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56" r:id="rId2"/>
    <p:sldId id="257" r:id="rId3"/>
    <p:sldId id="288" r:id="rId4"/>
    <p:sldId id="258" r:id="rId5"/>
    <p:sldId id="259" r:id="rId6"/>
    <p:sldId id="261" r:id="rId7"/>
    <p:sldId id="266" r:id="rId8"/>
    <p:sldId id="262" r:id="rId9"/>
    <p:sldId id="271" r:id="rId10"/>
    <p:sldId id="279" r:id="rId11"/>
    <p:sldId id="283" r:id="rId12"/>
    <p:sldId id="264" r:id="rId13"/>
    <p:sldId id="263" r:id="rId14"/>
    <p:sldId id="290" r:id="rId15"/>
    <p:sldId id="291" r:id="rId16"/>
    <p:sldId id="292" r:id="rId17"/>
    <p:sldId id="293" r:id="rId18"/>
    <p:sldId id="284" r:id="rId19"/>
    <p:sldId id="265" r:id="rId20"/>
    <p:sldId id="289" r:id="rId21"/>
    <p:sldId id="286" r:id="rId22"/>
    <p:sldId id="285" r:id="rId23"/>
    <p:sldId id="287" r:id="rId24"/>
    <p:sldId id="280" r:id="rId25"/>
  </p:sldIdLst>
  <p:sldSz cx="18288000" cy="10287000"/>
  <p:notesSz cx="6858000" cy="9144000"/>
  <p:embeddedFontLst>
    <p:embeddedFont>
      <p:font typeface="Lora" panose="020B0604020202020204" charset="0"/>
      <p:regular r:id="rId27"/>
    </p:embeddedFont>
    <p:embeddedFont>
      <p:font typeface="Calibri" panose="020F0502020204030204" pitchFamily="34" charset="0"/>
      <p:regular r:id="rId28"/>
      <p:bold r:id="rId29"/>
      <p:italic r:id="rId30"/>
      <p:boldItalic r:id="rId31"/>
    </p:embeddedFont>
    <p:embeddedFont>
      <p:font typeface="Lora Italics" panose="020B0604020202020204" charset="0"/>
      <p:regular r:id="rId32"/>
    </p:embeddedFont>
    <p:embeddedFont>
      <p:font typeface="Inria Sans Light" panose="020B0604020202020204" charset="0"/>
      <p:regular r:id="rId33"/>
      <p:bold r:id="rId34"/>
      <p:italic r:id="rId35"/>
      <p:boldItalic r:id="rId36"/>
    </p:embeddedFont>
    <p:embeddedFont>
      <p:font typeface="Inria Sans" panose="020B0604020202020204"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5394" autoAdjust="0"/>
  </p:normalViewPr>
  <p:slideViewPr>
    <p:cSldViewPr>
      <p:cViewPr varScale="1">
        <p:scale>
          <a:sx n="57" d="100"/>
          <a:sy n="57" d="100"/>
        </p:scale>
        <p:origin x="490" y="1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4B72A0-AFA5-47C2-9E76-1289AADAB0FC}" type="doc">
      <dgm:prSet loTypeId="urn:microsoft.com/office/officeart/2005/8/layout/lProcess2" loCatId="list" qsTypeId="urn:microsoft.com/office/officeart/2005/8/quickstyle/simple2" qsCatId="simple" csTypeId="urn:microsoft.com/office/officeart/2005/8/colors/accent1_2" csCatId="accent1" phldr="1"/>
      <dgm:spPr/>
      <dgm:t>
        <a:bodyPr/>
        <a:lstStyle/>
        <a:p>
          <a:endParaRPr lang="en-US"/>
        </a:p>
      </dgm:t>
    </dgm:pt>
    <dgm:pt modelId="{41F08CE6-25D5-49C8-8CAC-40C4457ED7EF}">
      <dgm:prSet phldrT="[Text]" custT="1"/>
      <dgm:spPr>
        <a:solidFill>
          <a:schemeClr val="accent5">
            <a:lumMod val="20000"/>
            <a:lumOff val="80000"/>
          </a:schemeClr>
        </a:solidFill>
      </dgm:spPr>
      <dgm:t>
        <a:bodyPr/>
        <a:lstStyle/>
        <a:p>
          <a:r>
            <a:rPr lang="en-US" sz="3200" b="1" dirty="0" smtClean="0">
              <a:latin typeface="Times New Roman" panose="02020603050405020304" pitchFamily="18" charset="0"/>
              <a:cs typeface="Times New Roman" panose="02020603050405020304" pitchFamily="18" charset="0"/>
            </a:rPr>
            <a:t>Tìm hiểu</a:t>
          </a:r>
          <a:endParaRPr lang="en-US" sz="3200" b="1" dirty="0">
            <a:latin typeface="Times New Roman" panose="02020603050405020304" pitchFamily="18" charset="0"/>
            <a:cs typeface="Times New Roman" panose="02020603050405020304" pitchFamily="18" charset="0"/>
          </a:endParaRPr>
        </a:p>
      </dgm:t>
    </dgm:pt>
    <dgm:pt modelId="{B35BF072-BF9C-4832-86A3-7A4C533740F9}" type="parTrans" cxnId="{10133530-F775-4A3B-BE5D-25B7A4F1B32B}">
      <dgm:prSet/>
      <dgm:spPr/>
      <dgm:t>
        <a:bodyPr/>
        <a:lstStyle/>
        <a:p>
          <a:endParaRPr lang="en-US"/>
        </a:p>
      </dgm:t>
    </dgm:pt>
    <dgm:pt modelId="{27F690C5-8D30-452B-8E3C-BCB562356C3E}" type="sibTrans" cxnId="{10133530-F775-4A3B-BE5D-25B7A4F1B32B}">
      <dgm:prSet/>
      <dgm:spPr/>
      <dgm:t>
        <a:bodyPr/>
        <a:lstStyle/>
        <a:p>
          <a:endParaRPr lang="en-US"/>
        </a:p>
      </dgm:t>
    </dgm:pt>
    <dgm:pt modelId="{4B6F1583-0CD3-442F-9089-7BAE433F48D8}">
      <dgm:prSet phldrT="[Text]" custT="1"/>
      <dgm:spPr>
        <a:solidFill>
          <a:schemeClr val="accent5">
            <a:lumMod val="60000"/>
            <a:lumOff val="40000"/>
          </a:schemeClr>
        </a:solidFill>
      </dgm:spPr>
      <dgm:t>
        <a:bodyPr/>
        <a:lstStyle/>
        <a:p>
          <a:r>
            <a:rPr lang="en-US" sz="3200" dirty="0" smtClean="0">
              <a:solidFill>
                <a:schemeClr val="tx1"/>
              </a:solidFill>
              <a:latin typeface="Times New Roman" panose="02020603050405020304" pitchFamily="18" charset="0"/>
              <a:cs typeface="Times New Roman" panose="02020603050405020304" pitchFamily="18" charset="0"/>
            </a:rPr>
            <a:t>Các loại hình tour du lịch</a:t>
          </a:r>
          <a:endParaRPr lang="en-US" sz="3200" dirty="0">
            <a:solidFill>
              <a:schemeClr val="tx1"/>
            </a:solidFill>
            <a:latin typeface="Times New Roman" panose="02020603050405020304" pitchFamily="18" charset="0"/>
            <a:cs typeface="Times New Roman" panose="02020603050405020304" pitchFamily="18" charset="0"/>
          </a:endParaRPr>
        </a:p>
      </dgm:t>
    </dgm:pt>
    <dgm:pt modelId="{E5E2E01B-DE63-41B7-B7FD-009215463A86}" type="parTrans" cxnId="{16190771-4830-4231-82EB-722B8C5CB327}">
      <dgm:prSet/>
      <dgm:spPr/>
      <dgm:t>
        <a:bodyPr/>
        <a:lstStyle/>
        <a:p>
          <a:endParaRPr lang="en-US"/>
        </a:p>
      </dgm:t>
    </dgm:pt>
    <dgm:pt modelId="{0A52BB55-B8A0-49D3-9CF2-CB2A75605A9C}" type="sibTrans" cxnId="{16190771-4830-4231-82EB-722B8C5CB327}">
      <dgm:prSet/>
      <dgm:spPr/>
      <dgm:t>
        <a:bodyPr/>
        <a:lstStyle/>
        <a:p>
          <a:endParaRPr lang="en-US"/>
        </a:p>
      </dgm:t>
    </dgm:pt>
    <dgm:pt modelId="{46DC6489-2946-4BC2-BE6C-275825BCEC12}">
      <dgm:prSet phldrT="[Text]" custT="1"/>
      <dgm:spPr>
        <a:solidFill>
          <a:schemeClr val="accent5">
            <a:lumMod val="60000"/>
            <a:lumOff val="40000"/>
          </a:schemeClr>
        </a:solidFill>
      </dgm:spPr>
      <dgm:t>
        <a:bodyPr/>
        <a:lstStyle/>
        <a:p>
          <a:r>
            <a:rPr lang="en-US" sz="3200" dirty="0" smtClean="0">
              <a:solidFill>
                <a:schemeClr val="tx1"/>
              </a:solidFill>
              <a:latin typeface="Times New Roman" panose="02020603050405020304" pitchFamily="18" charset="0"/>
              <a:cs typeface="Times New Roman" panose="02020603050405020304" pitchFamily="18" charset="0"/>
            </a:rPr>
            <a:t>Cách vận hành, giao tiếp giữa doanh nghiệp và khách hàng</a:t>
          </a:r>
          <a:endParaRPr lang="en-US" sz="3200" dirty="0">
            <a:solidFill>
              <a:schemeClr val="tx1"/>
            </a:solidFill>
            <a:latin typeface="Times New Roman" panose="02020603050405020304" pitchFamily="18" charset="0"/>
            <a:cs typeface="Times New Roman" panose="02020603050405020304" pitchFamily="18" charset="0"/>
          </a:endParaRPr>
        </a:p>
      </dgm:t>
    </dgm:pt>
    <dgm:pt modelId="{08C52AD3-60F5-43A5-B55F-79B81F17B5CB}" type="parTrans" cxnId="{3B18BDCD-B7D9-402A-935D-5FA9C65FF2A0}">
      <dgm:prSet/>
      <dgm:spPr/>
      <dgm:t>
        <a:bodyPr/>
        <a:lstStyle/>
        <a:p>
          <a:endParaRPr lang="en-US"/>
        </a:p>
      </dgm:t>
    </dgm:pt>
    <dgm:pt modelId="{F9B04467-225F-43F5-94F6-7D8D5D2B2CA0}" type="sibTrans" cxnId="{3B18BDCD-B7D9-402A-935D-5FA9C65FF2A0}">
      <dgm:prSet/>
      <dgm:spPr/>
      <dgm:t>
        <a:bodyPr/>
        <a:lstStyle/>
        <a:p>
          <a:endParaRPr lang="en-US"/>
        </a:p>
      </dgm:t>
    </dgm:pt>
    <dgm:pt modelId="{BB5FE44A-E74C-4175-B38B-3A4B12AA07B0}">
      <dgm:prSet phldrT="[Text]" custT="1"/>
      <dgm:spPr>
        <a:solidFill>
          <a:schemeClr val="accent5">
            <a:lumMod val="20000"/>
            <a:lumOff val="80000"/>
          </a:schemeClr>
        </a:solidFill>
      </dgm:spPr>
      <dgm:t>
        <a:bodyPr/>
        <a:lstStyle/>
        <a:p>
          <a:r>
            <a:rPr lang="en-US" sz="3200" b="1" dirty="0">
              <a:latin typeface="Times New Roman" panose="02020603050405020304" pitchFamily="18" charset="0"/>
              <a:cs typeface="Times New Roman" panose="02020603050405020304" pitchFamily="18" charset="0"/>
            </a:rPr>
            <a:t>Xây dựng</a:t>
          </a:r>
        </a:p>
      </dgm:t>
    </dgm:pt>
    <dgm:pt modelId="{833978C7-6EDA-4FC5-90F0-B95E413BA673}" type="parTrans" cxnId="{FBBFC5FE-D1FF-4DCA-A50B-BCED57EBFE83}">
      <dgm:prSet/>
      <dgm:spPr/>
      <dgm:t>
        <a:bodyPr/>
        <a:lstStyle/>
        <a:p>
          <a:endParaRPr lang="en-US"/>
        </a:p>
      </dgm:t>
    </dgm:pt>
    <dgm:pt modelId="{8690D473-AEDD-4D87-A4AD-E8AD53E985F6}" type="sibTrans" cxnId="{FBBFC5FE-D1FF-4DCA-A50B-BCED57EBFE83}">
      <dgm:prSet/>
      <dgm:spPr/>
      <dgm:t>
        <a:bodyPr/>
        <a:lstStyle/>
        <a:p>
          <a:endParaRPr lang="en-US"/>
        </a:p>
      </dgm:t>
    </dgm:pt>
    <dgm:pt modelId="{79A37E25-D984-4E51-AB01-C6B09DB00635}">
      <dgm:prSet phldrT="[Text]" custT="1"/>
      <dgm:spPr>
        <a:solidFill>
          <a:schemeClr val="accent5">
            <a:lumMod val="60000"/>
            <a:lumOff val="40000"/>
          </a:schemeClr>
        </a:solidFill>
      </dgm:spPr>
      <dgm:t>
        <a:bodyPr/>
        <a:lstStyle/>
        <a:p>
          <a:r>
            <a:rPr lang="en-US" sz="3200" dirty="0">
              <a:solidFill>
                <a:schemeClr val="tx1"/>
              </a:solidFill>
              <a:latin typeface="Times New Roman" panose="02020603050405020304" pitchFamily="18" charset="0"/>
              <a:cs typeface="Times New Roman" panose="02020603050405020304" pitchFamily="18" charset="0"/>
            </a:rPr>
            <a:t> C</a:t>
          </a:r>
          <a:r>
            <a:rPr lang="vi-VN" sz="3200" dirty="0">
              <a:solidFill>
                <a:schemeClr val="tx1"/>
              </a:solidFill>
              <a:latin typeface="Times New Roman" panose="02020603050405020304" pitchFamily="18" charset="0"/>
              <a:cs typeface="Times New Roman" panose="02020603050405020304" pitchFamily="18" charset="0"/>
            </a:rPr>
            <a:t>ơ sở dữ liệu</a:t>
          </a:r>
          <a:endParaRPr lang="en-US" sz="3200" dirty="0">
            <a:solidFill>
              <a:schemeClr val="tx1"/>
            </a:solidFill>
            <a:latin typeface="Times New Roman" panose="02020603050405020304" pitchFamily="18" charset="0"/>
            <a:cs typeface="Times New Roman" panose="02020603050405020304" pitchFamily="18" charset="0"/>
          </a:endParaRPr>
        </a:p>
      </dgm:t>
    </dgm:pt>
    <dgm:pt modelId="{963D2C1D-44D5-4244-B3AE-481E4C5B3919}" type="parTrans" cxnId="{7A9EC508-8F2B-402C-906D-B25D400183A6}">
      <dgm:prSet/>
      <dgm:spPr/>
      <dgm:t>
        <a:bodyPr/>
        <a:lstStyle/>
        <a:p>
          <a:endParaRPr lang="en-US"/>
        </a:p>
      </dgm:t>
    </dgm:pt>
    <dgm:pt modelId="{22FD5565-2E61-41CA-8719-505E363F52DC}" type="sibTrans" cxnId="{7A9EC508-8F2B-402C-906D-B25D400183A6}">
      <dgm:prSet/>
      <dgm:spPr/>
      <dgm:t>
        <a:bodyPr/>
        <a:lstStyle/>
        <a:p>
          <a:endParaRPr lang="en-US"/>
        </a:p>
      </dgm:t>
    </dgm:pt>
    <dgm:pt modelId="{934853B9-CABD-45DF-A892-11A558605ED2}">
      <dgm:prSet phldrT="[Text]" custT="1"/>
      <dgm:spPr>
        <a:solidFill>
          <a:schemeClr val="accent5">
            <a:lumMod val="60000"/>
            <a:lumOff val="40000"/>
          </a:schemeClr>
        </a:solidFill>
      </dgm:spPr>
      <dgm:t>
        <a:bodyPr/>
        <a:lstStyle/>
        <a:p>
          <a:r>
            <a:rPr lang="en-US" sz="3200" dirty="0" smtClean="0">
              <a:solidFill>
                <a:schemeClr val="tx1"/>
              </a:solidFill>
              <a:latin typeface="Times New Roman" panose="02020603050405020304" pitchFamily="18" charset="0"/>
              <a:cs typeface="Times New Roman" panose="02020603050405020304" pitchFamily="18" charset="0"/>
            </a:rPr>
            <a:t>Mô hình</a:t>
          </a:r>
          <a:endParaRPr lang="en-US" sz="3200" dirty="0">
            <a:solidFill>
              <a:schemeClr val="tx1"/>
            </a:solidFill>
            <a:latin typeface="Times New Roman" panose="02020603050405020304" pitchFamily="18" charset="0"/>
            <a:cs typeface="Times New Roman" panose="02020603050405020304" pitchFamily="18" charset="0"/>
          </a:endParaRPr>
        </a:p>
      </dgm:t>
    </dgm:pt>
    <dgm:pt modelId="{F0E68D4D-D947-43C3-B7D7-51A1412A471C}" type="parTrans" cxnId="{19BF3E8A-D3E4-4CE6-86C6-6A11A34C34D4}">
      <dgm:prSet/>
      <dgm:spPr/>
      <dgm:t>
        <a:bodyPr/>
        <a:lstStyle/>
        <a:p>
          <a:endParaRPr lang="en-US"/>
        </a:p>
      </dgm:t>
    </dgm:pt>
    <dgm:pt modelId="{CF880127-EDD6-41B7-B17B-3F938EA0DB44}" type="sibTrans" cxnId="{19BF3E8A-D3E4-4CE6-86C6-6A11A34C34D4}">
      <dgm:prSet/>
      <dgm:spPr/>
      <dgm:t>
        <a:bodyPr/>
        <a:lstStyle/>
        <a:p>
          <a:endParaRPr lang="en-US"/>
        </a:p>
      </dgm:t>
    </dgm:pt>
    <dgm:pt modelId="{5BA604F4-E3B7-49ED-B673-D14B5DCA3CA9}">
      <dgm:prSet phldrT="[Text]" custT="1"/>
      <dgm:spPr>
        <a:solidFill>
          <a:schemeClr val="accent5">
            <a:lumMod val="20000"/>
            <a:lumOff val="80000"/>
          </a:schemeClr>
        </a:solidFill>
      </dgm:spPr>
      <dgm:t>
        <a:bodyPr/>
        <a:lstStyle/>
        <a:p>
          <a:r>
            <a:rPr lang="en-US" sz="3200" b="1" dirty="0">
              <a:latin typeface="Times New Roman" panose="02020603050405020304" pitchFamily="18" charset="0"/>
              <a:cs typeface="Times New Roman" panose="02020603050405020304" pitchFamily="18" charset="0"/>
            </a:rPr>
            <a:t>Thiết kế</a:t>
          </a:r>
        </a:p>
      </dgm:t>
    </dgm:pt>
    <dgm:pt modelId="{7BF80C99-3876-465E-9415-C559EC2808C7}" type="parTrans" cxnId="{A31B074C-07B9-4F36-B172-1BDC140F2862}">
      <dgm:prSet/>
      <dgm:spPr/>
      <dgm:t>
        <a:bodyPr/>
        <a:lstStyle/>
        <a:p>
          <a:endParaRPr lang="en-US"/>
        </a:p>
      </dgm:t>
    </dgm:pt>
    <dgm:pt modelId="{C8821106-B4F6-4172-A019-38AB9EB20779}" type="sibTrans" cxnId="{A31B074C-07B9-4F36-B172-1BDC140F2862}">
      <dgm:prSet/>
      <dgm:spPr/>
      <dgm:t>
        <a:bodyPr/>
        <a:lstStyle/>
        <a:p>
          <a:endParaRPr lang="en-US"/>
        </a:p>
      </dgm:t>
    </dgm:pt>
    <dgm:pt modelId="{3E1238D9-E02F-425E-80E2-7659A18E17C3}">
      <dgm:prSet phldrT="[Text]" custT="1"/>
      <dgm:spPr>
        <a:solidFill>
          <a:schemeClr val="accent5">
            <a:lumMod val="60000"/>
            <a:lumOff val="40000"/>
          </a:schemeClr>
        </a:solidFill>
      </dgm:spPr>
      <dgm:t>
        <a:bodyPr/>
        <a:lstStyle/>
        <a:p>
          <a:r>
            <a:rPr lang="en-US" sz="3200" dirty="0">
              <a:solidFill>
                <a:schemeClr val="tx1"/>
              </a:solidFill>
              <a:latin typeface="Times New Roman" panose="02020603050405020304" pitchFamily="18" charset="0"/>
              <a:cs typeface="Times New Roman" panose="02020603050405020304" pitchFamily="18" charset="0"/>
            </a:rPr>
            <a:t> Chức năng</a:t>
          </a:r>
        </a:p>
      </dgm:t>
    </dgm:pt>
    <dgm:pt modelId="{45DA197E-69F6-4F71-9142-496293F6A824}" type="parTrans" cxnId="{8684BE09-3B4B-41AC-AC67-82B31722891B}">
      <dgm:prSet/>
      <dgm:spPr/>
      <dgm:t>
        <a:bodyPr/>
        <a:lstStyle/>
        <a:p>
          <a:endParaRPr lang="en-US"/>
        </a:p>
      </dgm:t>
    </dgm:pt>
    <dgm:pt modelId="{4B89FD9E-446B-465A-98AA-677F2EA6D258}" type="sibTrans" cxnId="{8684BE09-3B4B-41AC-AC67-82B31722891B}">
      <dgm:prSet/>
      <dgm:spPr/>
      <dgm:t>
        <a:bodyPr/>
        <a:lstStyle/>
        <a:p>
          <a:endParaRPr lang="en-US"/>
        </a:p>
      </dgm:t>
    </dgm:pt>
    <dgm:pt modelId="{15E1BB08-E5DD-4C09-AB57-DEAFB39D7CC3}">
      <dgm:prSet phldrT="[Text]" custT="1"/>
      <dgm:spPr>
        <a:solidFill>
          <a:schemeClr val="accent5">
            <a:lumMod val="20000"/>
            <a:lumOff val="80000"/>
          </a:schemeClr>
        </a:solidFill>
      </dgm:spPr>
      <dgm:t>
        <a:bodyPr/>
        <a:lstStyle/>
        <a:p>
          <a:r>
            <a:rPr lang="en-US" sz="3200" b="1" dirty="0">
              <a:latin typeface="Times New Roman" panose="02020603050405020304" pitchFamily="18" charset="0"/>
              <a:cs typeface="Times New Roman" panose="02020603050405020304" pitchFamily="18" charset="0"/>
            </a:rPr>
            <a:t>Lập trình</a:t>
          </a:r>
        </a:p>
      </dgm:t>
    </dgm:pt>
    <dgm:pt modelId="{0F51971D-5E0A-452F-B9BC-76FD2B5F3092}" type="parTrans" cxnId="{84449D9E-6319-4913-9215-BD5B4721FA43}">
      <dgm:prSet/>
      <dgm:spPr/>
      <dgm:t>
        <a:bodyPr/>
        <a:lstStyle/>
        <a:p>
          <a:endParaRPr lang="en-US"/>
        </a:p>
      </dgm:t>
    </dgm:pt>
    <dgm:pt modelId="{83376BF7-2B93-4460-AA1A-7CDCBF9FFA91}" type="sibTrans" cxnId="{84449D9E-6319-4913-9215-BD5B4721FA43}">
      <dgm:prSet/>
      <dgm:spPr/>
      <dgm:t>
        <a:bodyPr/>
        <a:lstStyle/>
        <a:p>
          <a:endParaRPr lang="en-US"/>
        </a:p>
      </dgm:t>
    </dgm:pt>
    <dgm:pt modelId="{05A0C7A2-C1A8-4ECB-B979-2BCFC382A7FF}">
      <dgm:prSet phldrT="[Text]" custT="1"/>
      <dgm:spPr>
        <a:solidFill>
          <a:schemeClr val="accent5">
            <a:lumMod val="60000"/>
            <a:lumOff val="40000"/>
          </a:schemeClr>
        </a:solidFill>
      </dgm:spPr>
      <dgm:t>
        <a:bodyPr/>
        <a:lstStyle/>
        <a:p>
          <a:r>
            <a:rPr lang="en-US" sz="3200" dirty="0">
              <a:solidFill>
                <a:schemeClr val="tx1"/>
              </a:solidFill>
              <a:latin typeface="Times New Roman" panose="02020603050405020304" pitchFamily="18" charset="0"/>
              <a:cs typeface="Times New Roman" panose="02020603050405020304" pitchFamily="18" charset="0"/>
            </a:rPr>
            <a:t> Giao diện</a:t>
          </a:r>
        </a:p>
      </dgm:t>
    </dgm:pt>
    <dgm:pt modelId="{D65ECA05-79A2-4BE4-825F-52C9B37504FE}" type="parTrans" cxnId="{0F2463AF-AAB8-40DF-957D-93EF08E0D3C2}">
      <dgm:prSet/>
      <dgm:spPr/>
      <dgm:t>
        <a:bodyPr/>
        <a:lstStyle/>
        <a:p>
          <a:endParaRPr lang="en-US"/>
        </a:p>
      </dgm:t>
    </dgm:pt>
    <dgm:pt modelId="{D268C642-BA77-405D-B8FB-2C1F7F94CDFD}" type="sibTrans" cxnId="{0F2463AF-AAB8-40DF-957D-93EF08E0D3C2}">
      <dgm:prSet/>
      <dgm:spPr/>
      <dgm:t>
        <a:bodyPr/>
        <a:lstStyle/>
        <a:p>
          <a:endParaRPr lang="en-US"/>
        </a:p>
      </dgm:t>
    </dgm:pt>
    <dgm:pt modelId="{04CCDE35-17D7-4C4E-99D8-CA011FD777C6}" type="pres">
      <dgm:prSet presAssocID="{BF4B72A0-AFA5-47C2-9E76-1289AADAB0FC}" presName="theList" presStyleCnt="0">
        <dgm:presLayoutVars>
          <dgm:dir/>
          <dgm:animLvl val="lvl"/>
          <dgm:resizeHandles val="exact"/>
        </dgm:presLayoutVars>
      </dgm:prSet>
      <dgm:spPr/>
      <dgm:t>
        <a:bodyPr/>
        <a:lstStyle/>
        <a:p>
          <a:endParaRPr lang="en-US"/>
        </a:p>
      </dgm:t>
    </dgm:pt>
    <dgm:pt modelId="{C79E314A-4B06-48D0-8A70-34AD3219789D}" type="pres">
      <dgm:prSet presAssocID="{41F08CE6-25D5-49C8-8CAC-40C4457ED7EF}" presName="compNode" presStyleCnt="0"/>
      <dgm:spPr/>
    </dgm:pt>
    <dgm:pt modelId="{14118590-6CE1-462D-B0F2-4FE66FFAFA68}" type="pres">
      <dgm:prSet presAssocID="{41F08CE6-25D5-49C8-8CAC-40C4457ED7EF}" presName="aNode" presStyleLbl="bgShp" presStyleIdx="0" presStyleCnt="4"/>
      <dgm:spPr/>
      <dgm:t>
        <a:bodyPr/>
        <a:lstStyle/>
        <a:p>
          <a:endParaRPr lang="en-US"/>
        </a:p>
      </dgm:t>
    </dgm:pt>
    <dgm:pt modelId="{12DEE589-B6D3-47E3-91C8-DD8DB405B8A8}" type="pres">
      <dgm:prSet presAssocID="{41F08CE6-25D5-49C8-8CAC-40C4457ED7EF}" presName="textNode" presStyleLbl="bgShp" presStyleIdx="0" presStyleCnt="4"/>
      <dgm:spPr/>
      <dgm:t>
        <a:bodyPr/>
        <a:lstStyle/>
        <a:p>
          <a:endParaRPr lang="en-US"/>
        </a:p>
      </dgm:t>
    </dgm:pt>
    <dgm:pt modelId="{B2147046-897C-42C2-93F3-4EB68D4CD840}" type="pres">
      <dgm:prSet presAssocID="{41F08CE6-25D5-49C8-8CAC-40C4457ED7EF}" presName="compChildNode" presStyleCnt="0"/>
      <dgm:spPr/>
    </dgm:pt>
    <dgm:pt modelId="{D413CF23-96DC-4464-AE8D-F44B6AA80BC5}" type="pres">
      <dgm:prSet presAssocID="{41F08CE6-25D5-49C8-8CAC-40C4457ED7EF}" presName="theInnerList" presStyleCnt="0"/>
      <dgm:spPr/>
    </dgm:pt>
    <dgm:pt modelId="{46988197-7CC7-4927-A347-B87994B4B683}" type="pres">
      <dgm:prSet presAssocID="{4B6F1583-0CD3-442F-9089-7BAE433F48D8}" presName="childNode" presStyleLbl="node1" presStyleIdx="0" presStyleCnt="6" custScaleX="110126" custScaleY="101675">
        <dgm:presLayoutVars>
          <dgm:bulletEnabled val="1"/>
        </dgm:presLayoutVars>
      </dgm:prSet>
      <dgm:spPr/>
      <dgm:t>
        <a:bodyPr/>
        <a:lstStyle/>
        <a:p>
          <a:endParaRPr lang="en-US"/>
        </a:p>
      </dgm:t>
    </dgm:pt>
    <dgm:pt modelId="{29628859-2B50-41DA-A2A7-28F1E2A7C333}" type="pres">
      <dgm:prSet presAssocID="{4B6F1583-0CD3-442F-9089-7BAE433F48D8}" presName="aSpace2" presStyleCnt="0"/>
      <dgm:spPr/>
    </dgm:pt>
    <dgm:pt modelId="{E58C6B3C-B2A3-4DB6-891A-6B802DF1DCB4}" type="pres">
      <dgm:prSet presAssocID="{46DC6489-2946-4BC2-BE6C-275825BCEC12}" presName="childNode" presStyleLbl="node1" presStyleIdx="1" presStyleCnt="6" custScaleX="110126" custScaleY="183157">
        <dgm:presLayoutVars>
          <dgm:bulletEnabled val="1"/>
        </dgm:presLayoutVars>
      </dgm:prSet>
      <dgm:spPr/>
      <dgm:t>
        <a:bodyPr/>
        <a:lstStyle/>
        <a:p>
          <a:endParaRPr lang="en-US"/>
        </a:p>
      </dgm:t>
    </dgm:pt>
    <dgm:pt modelId="{1D44F0E5-E409-4A6C-881B-BAC2687997E4}" type="pres">
      <dgm:prSet presAssocID="{41F08CE6-25D5-49C8-8CAC-40C4457ED7EF}" presName="aSpace" presStyleCnt="0"/>
      <dgm:spPr/>
    </dgm:pt>
    <dgm:pt modelId="{CAE24ED6-8E85-44AC-BFFE-9F85022E8E78}" type="pres">
      <dgm:prSet presAssocID="{BB5FE44A-E74C-4175-B38B-3A4B12AA07B0}" presName="compNode" presStyleCnt="0"/>
      <dgm:spPr/>
    </dgm:pt>
    <dgm:pt modelId="{6F0FA5C9-2917-48EC-9F32-4F9B82AA35C9}" type="pres">
      <dgm:prSet presAssocID="{BB5FE44A-E74C-4175-B38B-3A4B12AA07B0}" presName="aNode" presStyleLbl="bgShp" presStyleIdx="1" presStyleCnt="4"/>
      <dgm:spPr/>
      <dgm:t>
        <a:bodyPr/>
        <a:lstStyle/>
        <a:p>
          <a:endParaRPr lang="en-US"/>
        </a:p>
      </dgm:t>
    </dgm:pt>
    <dgm:pt modelId="{03680E5C-F1E9-4D15-9ACD-80F1EA17D4C2}" type="pres">
      <dgm:prSet presAssocID="{BB5FE44A-E74C-4175-B38B-3A4B12AA07B0}" presName="textNode" presStyleLbl="bgShp" presStyleIdx="1" presStyleCnt="4"/>
      <dgm:spPr/>
      <dgm:t>
        <a:bodyPr/>
        <a:lstStyle/>
        <a:p>
          <a:endParaRPr lang="en-US"/>
        </a:p>
      </dgm:t>
    </dgm:pt>
    <dgm:pt modelId="{36C9ED6D-D0EE-4FFF-A94D-93042042E171}" type="pres">
      <dgm:prSet presAssocID="{BB5FE44A-E74C-4175-B38B-3A4B12AA07B0}" presName="compChildNode" presStyleCnt="0"/>
      <dgm:spPr/>
    </dgm:pt>
    <dgm:pt modelId="{90350B60-429D-434E-A252-881C54944E74}" type="pres">
      <dgm:prSet presAssocID="{BB5FE44A-E74C-4175-B38B-3A4B12AA07B0}" presName="theInnerList" presStyleCnt="0"/>
      <dgm:spPr/>
    </dgm:pt>
    <dgm:pt modelId="{6B58E942-4485-477D-ACCF-D8FD54EF6788}" type="pres">
      <dgm:prSet presAssocID="{79A37E25-D984-4E51-AB01-C6B09DB00635}" presName="childNode" presStyleLbl="node1" presStyleIdx="2" presStyleCnt="6">
        <dgm:presLayoutVars>
          <dgm:bulletEnabled val="1"/>
        </dgm:presLayoutVars>
      </dgm:prSet>
      <dgm:spPr/>
      <dgm:t>
        <a:bodyPr/>
        <a:lstStyle/>
        <a:p>
          <a:endParaRPr lang="en-US"/>
        </a:p>
      </dgm:t>
    </dgm:pt>
    <dgm:pt modelId="{9A53F667-ECD1-40CD-B7D5-D94976A3D460}" type="pres">
      <dgm:prSet presAssocID="{79A37E25-D984-4E51-AB01-C6B09DB00635}" presName="aSpace2" presStyleCnt="0"/>
      <dgm:spPr/>
    </dgm:pt>
    <dgm:pt modelId="{C0FCF9AF-9901-494B-842A-44D14E62C052}" type="pres">
      <dgm:prSet presAssocID="{934853B9-CABD-45DF-A892-11A558605ED2}" presName="childNode" presStyleLbl="node1" presStyleIdx="3" presStyleCnt="6">
        <dgm:presLayoutVars>
          <dgm:bulletEnabled val="1"/>
        </dgm:presLayoutVars>
      </dgm:prSet>
      <dgm:spPr/>
      <dgm:t>
        <a:bodyPr/>
        <a:lstStyle/>
        <a:p>
          <a:endParaRPr lang="en-US"/>
        </a:p>
      </dgm:t>
    </dgm:pt>
    <dgm:pt modelId="{DCDCD8B7-652B-45A5-8BFE-C1043857071B}" type="pres">
      <dgm:prSet presAssocID="{BB5FE44A-E74C-4175-B38B-3A4B12AA07B0}" presName="aSpace" presStyleCnt="0"/>
      <dgm:spPr/>
    </dgm:pt>
    <dgm:pt modelId="{21777708-F9D5-4B51-905A-9239E96954B7}" type="pres">
      <dgm:prSet presAssocID="{5BA604F4-E3B7-49ED-B673-D14B5DCA3CA9}" presName="compNode" presStyleCnt="0"/>
      <dgm:spPr/>
    </dgm:pt>
    <dgm:pt modelId="{DDD7C299-C790-480C-A078-2036B210D750}" type="pres">
      <dgm:prSet presAssocID="{5BA604F4-E3B7-49ED-B673-D14B5DCA3CA9}" presName="aNode" presStyleLbl="bgShp" presStyleIdx="2" presStyleCnt="4"/>
      <dgm:spPr/>
      <dgm:t>
        <a:bodyPr/>
        <a:lstStyle/>
        <a:p>
          <a:endParaRPr lang="en-US"/>
        </a:p>
      </dgm:t>
    </dgm:pt>
    <dgm:pt modelId="{7BBE82DD-D372-4C1C-874A-3CC6D8E4F01F}" type="pres">
      <dgm:prSet presAssocID="{5BA604F4-E3B7-49ED-B673-D14B5DCA3CA9}" presName="textNode" presStyleLbl="bgShp" presStyleIdx="2" presStyleCnt="4"/>
      <dgm:spPr/>
      <dgm:t>
        <a:bodyPr/>
        <a:lstStyle/>
        <a:p>
          <a:endParaRPr lang="en-US"/>
        </a:p>
      </dgm:t>
    </dgm:pt>
    <dgm:pt modelId="{42B510FA-F79E-4F1A-A1F0-8C5CC5444C10}" type="pres">
      <dgm:prSet presAssocID="{5BA604F4-E3B7-49ED-B673-D14B5DCA3CA9}" presName="compChildNode" presStyleCnt="0"/>
      <dgm:spPr/>
    </dgm:pt>
    <dgm:pt modelId="{8ADF0611-5FF0-4763-819F-B40FBAFFEB66}" type="pres">
      <dgm:prSet presAssocID="{5BA604F4-E3B7-49ED-B673-D14B5DCA3CA9}" presName="theInnerList" presStyleCnt="0"/>
      <dgm:spPr/>
    </dgm:pt>
    <dgm:pt modelId="{D7EBF959-7CE1-4E70-880C-BDE033548FFC}" type="pres">
      <dgm:prSet presAssocID="{05A0C7A2-C1A8-4ECB-B979-2BCFC382A7FF}" presName="childNode" presStyleLbl="node1" presStyleIdx="4" presStyleCnt="6">
        <dgm:presLayoutVars>
          <dgm:bulletEnabled val="1"/>
        </dgm:presLayoutVars>
      </dgm:prSet>
      <dgm:spPr/>
      <dgm:t>
        <a:bodyPr/>
        <a:lstStyle/>
        <a:p>
          <a:endParaRPr lang="en-US"/>
        </a:p>
      </dgm:t>
    </dgm:pt>
    <dgm:pt modelId="{4227DF68-6E73-4C64-914B-A75291A27801}" type="pres">
      <dgm:prSet presAssocID="{5BA604F4-E3B7-49ED-B673-D14B5DCA3CA9}" presName="aSpace" presStyleCnt="0"/>
      <dgm:spPr/>
    </dgm:pt>
    <dgm:pt modelId="{1B3B513B-F590-4E42-BEE4-0F7BFBD3C7EB}" type="pres">
      <dgm:prSet presAssocID="{15E1BB08-E5DD-4C09-AB57-DEAFB39D7CC3}" presName="compNode" presStyleCnt="0"/>
      <dgm:spPr/>
    </dgm:pt>
    <dgm:pt modelId="{637A021F-FAA9-49F7-B563-F0ACB7657D8E}" type="pres">
      <dgm:prSet presAssocID="{15E1BB08-E5DD-4C09-AB57-DEAFB39D7CC3}" presName="aNode" presStyleLbl="bgShp" presStyleIdx="3" presStyleCnt="4"/>
      <dgm:spPr/>
      <dgm:t>
        <a:bodyPr/>
        <a:lstStyle/>
        <a:p>
          <a:endParaRPr lang="en-US"/>
        </a:p>
      </dgm:t>
    </dgm:pt>
    <dgm:pt modelId="{ED4F8168-33CF-47C5-A58E-6962BA0FF4B8}" type="pres">
      <dgm:prSet presAssocID="{15E1BB08-E5DD-4C09-AB57-DEAFB39D7CC3}" presName="textNode" presStyleLbl="bgShp" presStyleIdx="3" presStyleCnt="4"/>
      <dgm:spPr/>
      <dgm:t>
        <a:bodyPr/>
        <a:lstStyle/>
        <a:p>
          <a:endParaRPr lang="en-US"/>
        </a:p>
      </dgm:t>
    </dgm:pt>
    <dgm:pt modelId="{E8C99F65-9CB0-4CE4-BE4C-022347B34443}" type="pres">
      <dgm:prSet presAssocID="{15E1BB08-E5DD-4C09-AB57-DEAFB39D7CC3}" presName="compChildNode" presStyleCnt="0"/>
      <dgm:spPr/>
    </dgm:pt>
    <dgm:pt modelId="{B3BAC1E0-2416-4BBA-AED8-AB491E5D834D}" type="pres">
      <dgm:prSet presAssocID="{15E1BB08-E5DD-4C09-AB57-DEAFB39D7CC3}" presName="theInnerList" presStyleCnt="0"/>
      <dgm:spPr/>
    </dgm:pt>
    <dgm:pt modelId="{9C377BB7-A364-4EED-BDBB-99D7A5E6295F}" type="pres">
      <dgm:prSet presAssocID="{3E1238D9-E02F-425E-80E2-7659A18E17C3}" presName="childNode" presStyleLbl="node1" presStyleIdx="5" presStyleCnt="6">
        <dgm:presLayoutVars>
          <dgm:bulletEnabled val="1"/>
        </dgm:presLayoutVars>
      </dgm:prSet>
      <dgm:spPr/>
      <dgm:t>
        <a:bodyPr/>
        <a:lstStyle/>
        <a:p>
          <a:endParaRPr lang="en-US"/>
        </a:p>
      </dgm:t>
    </dgm:pt>
  </dgm:ptLst>
  <dgm:cxnLst>
    <dgm:cxn modelId="{FBBFC5FE-D1FF-4DCA-A50B-BCED57EBFE83}" srcId="{BF4B72A0-AFA5-47C2-9E76-1289AADAB0FC}" destId="{BB5FE44A-E74C-4175-B38B-3A4B12AA07B0}" srcOrd="1" destOrd="0" parTransId="{833978C7-6EDA-4FC5-90F0-B95E413BA673}" sibTransId="{8690D473-AEDD-4D87-A4AD-E8AD53E985F6}"/>
    <dgm:cxn modelId="{84449D9E-6319-4913-9215-BD5B4721FA43}" srcId="{BF4B72A0-AFA5-47C2-9E76-1289AADAB0FC}" destId="{15E1BB08-E5DD-4C09-AB57-DEAFB39D7CC3}" srcOrd="3" destOrd="0" parTransId="{0F51971D-5E0A-452F-B9BC-76FD2B5F3092}" sibTransId="{83376BF7-2B93-4460-AA1A-7CDCBF9FFA91}"/>
    <dgm:cxn modelId="{5EFE95A0-F06B-4AE3-B27C-DC7C3CE3E13A}" type="presOf" srcId="{15E1BB08-E5DD-4C09-AB57-DEAFB39D7CC3}" destId="{ED4F8168-33CF-47C5-A58E-6962BA0FF4B8}" srcOrd="1" destOrd="0" presId="urn:microsoft.com/office/officeart/2005/8/layout/lProcess2"/>
    <dgm:cxn modelId="{FADA58EA-9117-4DC0-877B-7BDB48FA5E84}" type="presOf" srcId="{79A37E25-D984-4E51-AB01-C6B09DB00635}" destId="{6B58E942-4485-477D-ACCF-D8FD54EF6788}" srcOrd="0" destOrd="0" presId="urn:microsoft.com/office/officeart/2005/8/layout/lProcess2"/>
    <dgm:cxn modelId="{510D5CFF-2EB5-4A66-8046-0FC2D471E7B3}" type="presOf" srcId="{4B6F1583-0CD3-442F-9089-7BAE433F48D8}" destId="{46988197-7CC7-4927-A347-B87994B4B683}" srcOrd="0" destOrd="0" presId="urn:microsoft.com/office/officeart/2005/8/layout/lProcess2"/>
    <dgm:cxn modelId="{5A090981-F0EE-42DA-8A27-3F9431A9F681}" type="presOf" srcId="{41F08CE6-25D5-49C8-8CAC-40C4457ED7EF}" destId="{12DEE589-B6D3-47E3-91C8-DD8DB405B8A8}" srcOrd="1" destOrd="0" presId="urn:microsoft.com/office/officeart/2005/8/layout/lProcess2"/>
    <dgm:cxn modelId="{0F2463AF-AAB8-40DF-957D-93EF08E0D3C2}" srcId="{5BA604F4-E3B7-49ED-B673-D14B5DCA3CA9}" destId="{05A0C7A2-C1A8-4ECB-B979-2BCFC382A7FF}" srcOrd="0" destOrd="0" parTransId="{D65ECA05-79A2-4BE4-825F-52C9B37504FE}" sibTransId="{D268C642-BA77-405D-B8FB-2C1F7F94CDFD}"/>
    <dgm:cxn modelId="{421D4FE6-9B19-4D60-83BD-C5BB766E54D1}" type="presOf" srcId="{BF4B72A0-AFA5-47C2-9E76-1289AADAB0FC}" destId="{04CCDE35-17D7-4C4E-99D8-CA011FD777C6}" srcOrd="0" destOrd="0" presId="urn:microsoft.com/office/officeart/2005/8/layout/lProcess2"/>
    <dgm:cxn modelId="{8684BE09-3B4B-41AC-AC67-82B31722891B}" srcId="{15E1BB08-E5DD-4C09-AB57-DEAFB39D7CC3}" destId="{3E1238D9-E02F-425E-80E2-7659A18E17C3}" srcOrd="0" destOrd="0" parTransId="{45DA197E-69F6-4F71-9142-496293F6A824}" sibTransId="{4B89FD9E-446B-465A-98AA-677F2EA6D258}"/>
    <dgm:cxn modelId="{282D439E-9FA6-4AD9-A8B4-4D46534E6781}" type="presOf" srcId="{934853B9-CABD-45DF-A892-11A558605ED2}" destId="{C0FCF9AF-9901-494B-842A-44D14E62C052}" srcOrd="0" destOrd="0" presId="urn:microsoft.com/office/officeart/2005/8/layout/lProcess2"/>
    <dgm:cxn modelId="{B836C993-817C-4698-9548-736C8406E4A3}" type="presOf" srcId="{05A0C7A2-C1A8-4ECB-B979-2BCFC382A7FF}" destId="{D7EBF959-7CE1-4E70-880C-BDE033548FFC}" srcOrd="0" destOrd="0" presId="urn:microsoft.com/office/officeart/2005/8/layout/lProcess2"/>
    <dgm:cxn modelId="{847C72A5-A6EF-4E9D-A8A9-B97DCE70720B}" type="presOf" srcId="{BB5FE44A-E74C-4175-B38B-3A4B12AA07B0}" destId="{6F0FA5C9-2917-48EC-9F32-4F9B82AA35C9}" srcOrd="0" destOrd="0" presId="urn:microsoft.com/office/officeart/2005/8/layout/lProcess2"/>
    <dgm:cxn modelId="{CF2A41E3-4A62-49A1-8BC2-538A2BBCC67A}" type="presOf" srcId="{41F08CE6-25D5-49C8-8CAC-40C4457ED7EF}" destId="{14118590-6CE1-462D-B0F2-4FE66FFAFA68}" srcOrd="0" destOrd="0" presId="urn:microsoft.com/office/officeart/2005/8/layout/lProcess2"/>
    <dgm:cxn modelId="{D566D249-C338-494A-B2F9-58CF11E274FA}" type="presOf" srcId="{3E1238D9-E02F-425E-80E2-7659A18E17C3}" destId="{9C377BB7-A364-4EED-BDBB-99D7A5E6295F}" srcOrd="0" destOrd="0" presId="urn:microsoft.com/office/officeart/2005/8/layout/lProcess2"/>
    <dgm:cxn modelId="{3B18BDCD-B7D9-402A-935D-5FA9C65FF2A0}" srcId="{41F08CE6-25D5-49C8-8CAC-40C4457ED7EF}" destId="{46DC6489-2946-4BC2-BE6C-275825BCEC12}" srcOrd="1" destOrd="0" parTransId="{08C52AD3-60F5-43A5-B55F-79B81F17B5CB}" sibTransId="{F9B04467-225F-43F5-94F6-7D8D5D2B2CA0}"/>
    <dgm:cxn modelId="{A31B074C-07B9-4F36-B172-1BDC140F2862}" srcId="{BF4B72A0-AFA5-47C2-9E76-1289AADAB0FC}" destId="{5BA604F4-E3B7-49ED-B673-D14B5DCA3CA9}" srcOrd="2" destOrd="0" parTransId="{7BF80C99-3876-465E-9415-C559EC2808C7}" sibTransId="{C8821106-B4F6-4172-A019-38AB9EB20779}"/>
    <dgm:cxn modelId="{887D463C-55EA-463A-9654-80D417F0D346}" type="presOf" srcId="{5BA604F4-E3B7-49ED-B673-D14B5DCA3CA9}" destId="{DDD7C299-C790-480C-A078-2036B210D750}" srcOrd="0" destOrd="0" presId="urn:microsoft.com/office/officeart/2005/8/layout/lProcess2"/>
    <dgm:cxn modelId="{10133530-F775-4A3B-BE5D-25B7A4F1B32B}" srcId="{BF4B72A0-AFA5-47C2-9E76-1289AADAB0FC}" destId="{41F08CE6-25D5-49C8-8CAC-40C4457ED7EF}" srcOrd="0" destOrd="0" parTransId="{B35BF072-BF9C-4832-86A3-7A4C533740F9}" sibTransId="{27F690C5-8D30-452B-8E3C-BCB562356C3E}"/>
    <dgm:cxn modelId="{684F628E-DDC9-4B25-9360-3FAE0A8E646D}" type="presOf" srcId="{46DC6489-2946-4BC2-BE6C-275825BCEC12}" destId="{E58C6B3C-B2A3-4DB6-891A-6B802DF1DCB4}" srcOrd="0" destOrd="0" presId="urn:microsoft.com/office/officeart/2005/8/layout/lProcess2"/>
    <dgm:cxn modelId="{C76263DA-336C-4640-93C1-A43114759DE0}" type="presOf" srcId="{5BA604F4-E3B7-49ED-B673-D14B5DCA3CA9}" destId="{7BBE82DD-D372-4C1C-874A-3CC6D8E4F01F}" srcOrd="1" destOrd="0" presId="urn:microsoft.com/office/officeart/2005/8/layout/lProcess2"/>
    <dgm:cxn modelId="{7A9EC508-8F2B-402C-906D-B25D400183A6}" srcId="{BB5FE44A-E74C-4175-B38B-3A4B12AA07B0}" destId="{79A37E25-D984-4E51-AB01-C6B09DB00635}" srcOrd="0" destOrd="0" parTransId="{963D2C1D-44D5-4244-B3AE-481E4C5B3919}" sibTransId="{22FD5565-2E61-41CA-8719-505E363F52DC}"/>
    <dgm:cxn modelId="{9669E4C6-5D60-42AD-B60A-A94C0AB7FADE}" type="presOf" srcId="{15E1BB08-E5DD-4C09-AB57-DEAFB39D7CC3}" destId="{637A021F-FAA9-49F7-B563-F0ACB7657D8E}" srcOrd="0" destOrd="0" presId="urn:microsoft.com/office/officeart/2005/8/layout/lProcess2"/>
    <dgm:cxn modelId="{16190771-4830-4231-82EB-722B8C5CB327}" srcId="{41F08CE6-25D5-49C8-8CAC-40C4457ED7EF}" destId="{4B6F1583-0CD3-442F-9089-7BAE433F48D8}" srcOrd="0" destOrd="0" parTransId="{E5E2E01B-DE63-41B7-B7FD-009215463A86}" sibTransId="{0A52BB55-B8A0-49D3-9CF2-CB2A75605A9C}"/>
    <dgm:cxn modelId="{A34920A5-4EDA-4119-B3B4-4F70A9EEEBD3}" type="presOf" srcId="{BB5FE44A-E74C-4175-B38B-3A4B12AA07B0}" destId="{03680E5C-F1E9-4D15-9ACD-80F1EA17D4C2}" srcOrd="1" destOrd="0" presId="urn:microsoft.com/office/officeart/2005/8/layout/lProcess2"/>
    <dgm:cxn modelId="{19BF3E8A-D3E4-4CE6-86C6-6A11A34C34D4}" srcId="{BB5FE44A-E74C-4175-B38B-3A4B12AA07B0}" destId="{934853B9-CABD-45DF-A892-11A558605ED2}" srcOrd="1" destOrd="0" parTransId="{F0E68D4D-D947-43C3-B7D7-51A1412A471C}" sibTransId="{CF880127-EDD6-41B7-B17B-3F938EA0DB44}"/>
    <dgm:cxn modelId="{35818826-94CD-441C-A975-8DC587AD4ED2}" type="presParOf" srcId="{04CCDE35-17D7-4C4E-99D8-CA011FD777C6}" destId="{C79E314A-4B06-48D0-8A70-34AD3219789D}" srcOrd="0" destOrd="0" presId="urn:microsoft.com/office/officeart/2005/8/layout/lProcess2"/>
    <dgm:cxn modelId="{4880B0E7-D1CF-4A39-9F73-612005F65803}" type="presParOf" srcId="{C79E314A-4B06-48D0-8A70-34AD3219789D}" destId="{14118590-6CE1-462D-B0F2-4FE66FFAFA68}" srcOrd="0" destOrd="0" presId="urn:microsoft.com/office/officeart/2005/8/layout/lProcess2"/>
    <dgm:cxn modelId="{6DE9C767-1745-40B7-A9E3-F69A7E0451BC}" type="presParOf" srcId="{C79E314A-4B06-48D0-8A70-34AD3219789D}" destId="{12DEE589-B6D3-47E3-91C8-DD8DB405B8A8}" srcOrd="1" destOrd="0" presId="urn:microsoft.com/office/officeart/2005/8/layout/lProcess2"/>
    <dgm:cxn modelId="{3F25E49C-0D63-4822-B633-FC71E9846052}" type="presParOf" srcId="{C79E314A-4B06-48D0-8A70-34AD3219789D}" destId="{B2147046-897C-42C2-93F3-4EB68D4CD840}" srcOrd="2" destOrd="0" presId="urn:microsoft.com/office/officeart/2005/8/layout/lProcess2"/>
    <dgm:cxn modelId="{33A84C60-E578-4954-8037-0C90C8B0EA8B}" type="presParOf" srcId="{B2147046-897C-42C2-93F3-4EB68D4CD840}" destId="{D413CF23-96DC-4464-AE8D-F44B6AA80BC5}" srcOrd="0" destOrd="0" presId="urn:microsoft.com/office/officeart/2005/8/layout/lProcess2"/>
    <dgm:cxn modelId="{5DF92183-ED6C-466B-A490-D932D68F3963}" type="presParOf" srcId="{D413CF23-96DC-4464-AE8D-F44B6AA80BC5}" destId="{46988197-7CC7-4927-A347-B87994B4B683}" srcOrd="0" destOrd="0" presId="urn:microsoft.com/office/officeart/2005/8/layout/lProcess2"/>
    <dgm:cxn modelId="{BF5011FD-D315-4E24-BF17-C8C5116B4931}" type="presParOf" srcId="{D413CF23-96DC-4464-AE8D-F44B6AA80BC5}" destId="{29628859-2B50-41DA-A2A7-28F1E2A7C333}" srcOrd="1" destOrd="0" presId="urn:microsoft.com/office/officeart/2005/8/layout/lProcess2"/>
    <dgm:cxn modelId="{44B75BEC-B553-4963-BB55-DD6D98EF732B}" type="presParOf" srcId="{D413CF23-96DC-4464-AE8D-F44B6AA80BC5}" destId="{E58C6B3C-B2A3-4DB6-891A-6B802DF1DCB4}" srcOrd="2" destOrd="0" presId="urn:microsoft.com/office/officeart/2005/8/layout/lProcess2"/>
    <dgm:cxn modelId="{EC472D8E-34E4-4D5C-A21F-700D174E986A}" type="presParOf" srcId="{04CCDE35-17D7-4C4E-99D8-CA011FD777C6}" destId="{1D44F0E5-E409-4A6C-881B-BAC2687997E4}" srcOrd="1" destOrd="0" presId="urn:microsoft.com/office/officeart/2005/8/layout/lProcess2"/>
    <dgm:cxn modelId="{E16D79D6-F28D-4B35-847F-ED1B8CD020EB}" type="presParOf" srcId="{04CCDE35-17D7-4C4E-99D8-CA011FD777C6}" destId="{CAE24ED6-8E85-44AC-BFFE-9F85022E8E78}" srcOrd="2" destOrd="0" presId="urn:microsoft.com/office/officeart/2005/8/layout/lProcess2"/>
    <dgm:cxn modelId="{54793CC3-5EBE-4A6B-B584-85876387BED0}" type="presParOf" srcId="{CAE24ED6-8E85-44AC-BFFE-9F85022E8E78}" destId="{6F0FA5C9-2917-48EC-9F32-4F9B82AA35C9}" srcOrd="0" destOrd="0" presId="urn:microsoft.com/office/officeart/2005/8/layout/lProcess2"/>
    <dgm:cxn modelId="{3C61C90E-F112-4E87-A839-DE12A76D2856}" type="presParOf" srcId="{CAE24ED6-8E85-44AC-BFFE-9F85022E8E78}" destId="{03680E5C-F1E9-4D15-9ACD-80F1EA17D4C2}" srcOrd="1" destOrd="0" presId="urn:microsoft.com/office/officeart/2005/8/layout/lProcess2"/>
    <dgm:cxn modelId="{95C04867-4710-4426-8336-1468B761734E}" type="presParOf" srcId="{CAE24ED6-8E85-44AC-BFFE-9F85022E8E78}" destId="{36C9ED6D-D0EE-4FFF-A94D-93042042E171}" srcOrd="2" destOrd="0" presId="urn:microsoft.com/office/officeart/2005/8/layout/lProcess2"/>
    <dgm:cxn modelId="{5948AAE5-DFEB-4E64-B0E6-271D7EC3E347}" type="presParOf" srcId="{36C9ED6D-D0EE-4FFF-A94D-93042042E171}" destId="{90350B60-429D-434E-A252-881C54944E74}" srcOrd="0" destOrd="0" presId="urn:microsoft.com/office/officeart/2005/8/layout/lProcess2"/>
    <dgm:cxn modelId="{E2B2CDD1-409A-421B-8142-1351DBE2EF96}" type="presParOf" srcId="{90350B60-429D-434E-A252-881C54944E74}" destId="{6B58E942-4485-477D-ACCF-D8FD54EF6788}" srcOrd="0" destOrd="0" presId="urn:microsoft.com/office/officeart/2005/8/layout/lProcess2"/>
    <dgm:cxn modelId="{23249B3D-8945-40CF-B800-AA4560F6961F}" type="presParOf" srcId="{90350B60-429D-434E-A252-881C54944E74}" destId="{9A53F667-ECD1-40CD-B7D5-D94976A3D460}" srcOrd="1" destOrd="0" presId="urn:microsoft.com/office/officeart/2005/8/layout/lProcess2"/>
    <dgm:cxn modelId="{BA2A7F7B-A11E-46A5-8139-AD58969F265D}" type="presParOf" srcId="{90350B60-429D-434E-A252-881C54944E74}" destId="{C0FCF9AF-9901-494B-842A-44D14E62C052}" srcOrd="2" destOrd="0" presId="urn:microsoft.com/office/officeart/2005/8/layout/lProcess2"/>
    <dgm:cxn modelId="{B6F6E750-F0A4-41C5-BD3F-F13C4478CF96}" type="presParOf" srcId="{04CCDE35-17D7-4C4E-99D8-CA011FD777C6}" destId="{DCDCD8B7-652B-45A5-8BFE-C1043857071B}" srcOrd="3" destOrd="0" presId="urn:microsoft.com/office/officeart/2005/8/layout/lProcess2"/>
    <dgm:cxn modelId="{5263091C-D1FB-4FCB-9230-B2A572214DB8}" type="presParOf" srcId="{04CCDE35-17D7-4C4E-99D8-CA011FD777C6}" destId="{21777708-F9D5-4B51-905A-9239E96954B7}" srcOrd="4" destOrd="0" presId="urn:microsoft.com/office/officeart/2005/8/layout/lProcess2"/>
    <dgm:cxn modelId="{58D9EE75-6960-4AD5-A829-C254B7428FC3}" type="presParOf" srcId="{21777708-F9D5-4B51-905A-9239E96954B7}" destId="{DDD7C299-C790-480C-A078-2036B210D750}" srcOrd="0" destOrd="0" presId="urn:microsoft.com/office/officeart/2005/8/layout/lProcess2"/>
    <dgm:cxn modelId="{019B5B40-1101-411D-A1B3-8DD776C6EABD}" type="presParOf" srcId="{21777708-F9D5-4B51-905A-9239E96954B7}" destId="{7BBE82DD-D372-4C1C-874A-3CC6D8E4F01F}" srcOrd="1" destOrd="0" presId="urn:microsoft.com/office/officeart/2005/8/layout/lProcess2"/>
    <dgm:cxn modelId="{B9351A84-92D4-4A91-A5F4-9A472C60566E}" type="presParOf" srcId="{21777708-F9D5-4B51-905A-9239E96954B7}" destId="{42B510FA-F79E-4F1A-A1F0-8C5CC5444C10}" srcOrd="2" destOrd="0" presId="urn:microsoft.com/office/officeart/2005/8/layout/lProcess2"/>
    <dgm:cxn modelId="{0975E3B6-9BC6-43FF-AABD-A7B41AF93E90}" type="presParOf" srcId="{42B510FA-F79E-4F1A-A1F0-8C5CC5444C10}" destId="{8ADF0611-5FF0-4763-819F-B40FBAFFEB66}" srcOrd="0" destOrd="0" presId="urn:microsoft.com/office/officeart/2005/8/layout/lProcess2"/>
    <dgm:cxn modelId="{F4AE6109-E267-47B6-9C38-FAD84EF0A0CA}" type="presParOf" srcId="{8ADF0611-5FF0-4763-819F-B40FBAFFEB66}" destId="{D7EBF959-7CE1-4E70-880C-BDE033548FFC}" srcOrd="0" destOrd="0" presId="urn:microsoft.com/office/officeart/2005/8/layout/lProcess2"/>
    <dgm:cxn modelId="{6392FD74-2A5A-499B-9B93-4ED124611464}" type="presParOf" srcId="{04CCDE35-17D7-4C4E-99D8-CA011FD777C6}" destId="{4227DF68-6E73-4C64-914B-A75291A27801}" srcOrd="5" destOrd="0" presId="urn:microsoft.com/office/officeart/2005/8/layout/lProcess2"/>
    <dgm:cxn modelId="{46BBBDDA-8622-4905-980B-B7CF1F979C9A}" type="presParOf" srcId="{04CCDE35-17D7-4C4E-99D8-CA011FD777C6}" destId="{1B3B513B-F590-4E42-BEE4-0F7BFBD3C7EB}" srcOrd="6" destOrd="0" presId="urn:microsoft.com/office/officeart/2005/8/layout/lProcess2"/>
    <dgm:cxn modelId="{7ACA0B85-B11F-4B63-9B66-F799CE2559E9}" type="presParOf" srcId="{1B3B513B-F590-4E42-BEE4-0F7BFBD3C7EB}" destId="{637A021F-FAA9-49F7-B563-F0ACB7657D8E}" srcOrd="0" destOrd="0" presId="urn:microsoft.com/office/officeart/2005/8/layout/lProcess2"/>
    <dgm:cxn modelId="{58508511-2AC0-44D1-9D4B-D22DC9B20CAC}" type="presParOf" srcId="{1B3B513B-F590-4E42-BEE4-0F7BFBD3C7EB}" destId="{ED4F8168-33CF-47C5-A58E-6962BA0FF4B8}" srcOrd="1" destOrd="0" presId="urn:microsoft.com/office/officeart/2005/8/layout/lProcess2"/>
    <dgm:cxn modelId="{0F09F74D-DD9E-45FE-A184-A73FFE191567}" type="presParOf" srcId="{1B3B513B-F590-4E42-BEE4-0F7BFBD3C7EB}" destId="{E8C99F65-9CB0-4CE4-BE4C-022347B34443}" srcOrd="2" destOrd="0" presId="urn:microsoft.com/office/officeart/2005/8/layout/lProcess2"/>
    <dgm:cxn modelId="{423D303F-A9E1-4EDF-96C5-A481507A7639}" type="presParOf" srcId="{E8C99F65-9CB0-4CE4-BE4C-022347B34443}" destId="{B3BAC1E0-2416-4BBA-AED8-AB491E5D834D}" srcOrd="0" destOrd="0" presId="urn:microsoft.com/office/officeart/2005/8/layout/lProcess2"/>
    <dgm:cxn modelId="{6A883AFC-C21E-4169-BC1B-3B098C0FC2ED}" type="presParOf" srcId="{B3BAC1E0-2416-4BBA-AED8-AB491E5D834D}" destId="{9C377BB7-A364-4EED-BDBB-99D7A5E6295F}"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118590-6CE1-462D-B0F2-4FE66FFAFA68}">
      <dsp:nvSpPr>
        <dsp:cNvPr id="0" name=""/>
        <dsp:cNvSpPr/>
      </dsp:nvSpPr>
      <dsp:spPr>
        <a:xfrm>
          <a:off x="3958" y="0"/>
          <a:ext cx="3884776" cy="5562600"/>
        </a:xfrm>
        <a:prstGeom prst="roundRect">
          <a:avLst>
            <a:gd name="adj" fmla="val 1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smtClean="0">
              <a:latin typeface="Times New Roman" panose="02020603050405020304" pitchFamily="18" charset="0"/>
              <a:cs typeface="Times New Roman" panose="02020603050405020304" pitchFamily="18" charset="0"/>
            </a:rPr>
            <a:t>Tìm hiểu</a:t>
          </a:r>
          <a:endParaRPr lang="en-US" sz="3200" b="1" kern="1200" dirty="0">
            <a:latin typeface="Times New Roman" panose="02020603050405020304" pitchFamily="18" charset="0"/>
            <a:cs typeface="Times New Roman" panose="02020603050405020304" pitchFamily="18" charset="0"/>
          </a:endParaRPr>
        </a:p>
      </dsp:txBody>
      <dsp:txXfrm>
        <a:off x="3958" y="0"/>
        <a:ext cx="3884776" cy="1668780"/>
      </dsp:txXfrm>
    </dsp:sp>
    <dsp:sp modelId="{46988197-7CC7-4927-A347-B87994B4B683}">
      <dsp:nvSpPr>
        <dsp:cNvPr id="0" name=""/>
        <dsp:cNvSpPr/>
      </dsp:nvSpPr>
      <dsp:spPr>
        <a:xfrm>
          <a:off x="235087" y="1669241"/>
          <a:ext cx="3422519" cy="1224220"/>
        </a:xfrm>
        <a:prstGeom prst="roundRect">
          <a:avLst>
            <a:gd name="adj" fmla="val 10000"/>
          </a:avLst>
        </a:prstGeom>
        <a:solidFill>
          <a:schemeClr val="accent5">
            <a:lumMod val="60000"/>
            <a:lumOff val="4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r>
            <a:rPr lang="en-US" sz="3200" kern="1200" dirty="0" smtClean="0">
              <a:solidFill>
                <a:schemeClr val="tx1"/>
              </a:solidFill>
              <a:latin typeface="Times New Roman" panose="02020603050405020304" pitchFamily="18" charset="0"/>
              <a:cs typeface="Times New Roman" panose="02020603050405020304" pitchFamily="18" charset="0"/>
            </a:rPr>
            <a:t>Các loại hình tour du lịch</a:t>
          </a:r>
          <a:endParaRPr lang="en-US" sz="3200" kern="1200" dirty="0">
            <a:solidFill>
              <a:schemeClr val="tx1"/>
            </a:solidFill>
            <a:latin typeface="Times New Roman" panose="02020603050405020304" pitchFamily="18" charset="0"/>
            <a:cs typeface="Times New Roman" panose="02020603050405020304" pitchFamily="18" charset="0"/>
          </a:endParaRPr>
        </a:p>
      </dsp:txBody>
      <dsp:txXfrm>
        <a:off x="270943" y="1705097"/>
        <a:ext cx="3350807" cy="1152508"/>
      </dsp:txXfrm>
    </dsp:sp>
    <dsp:sp modelId="{E58C6B3C-B2A3-4DB6-891A-6B802DF1DCB4}">
      <dsp:nvSpPr>
        <dsp:cNvPr id="0" name=""/>
        <dsp:cNvSpPr/>
      </dsp:nvSpPr>
      <dsp:spPr>
        <a:xfrm>
          <a:off x="235087" y="3078701"/>
          <a:ext cx="3422519" cy="2205307"/>
        </a:xfrm>
        <a:prstGeom prst="roundRect">
          <a:avLst>
            <a:gd name="adj" fmla="val 10000"/>
          </a:avLst>
        </a:prstGeom>
        <a:solidFill>
          <a:schemeClr val="accent5">
            <a:lumMod val="60000"/>
            <a:lumOff val="4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r>
            <a:rPr lang="en-US" sz="3200" kern="1200" dirty="0" smtClean="0">
              <a:solidFill>
                <a:schemeClr val="tx1"/>
              </a:solidFill>
              <a:latin typeface="Times New Roman" panose="02020603050405020304" pitchFamily="18" charset="0"/>
              <a:cs typeface="Times New Roman" panose="02020603050405020304" pitchFamily="18" charset="0"/>
            </a:rPr>
            <a:t>Cách vận hành, giao tiếp giữa doanh nghiệp và khách hàng</a:t>
          </a:r>
          <a:endParaRPr lang="en-US" sz="3200" kern="1200" dirty="0">
            <a:solidFill>
              <a:schemeClr val="tx1"/>
            </a:solidFill>
            <a:latin typeface="Times New Roman" panose="02020603050405020304" pitchFamily="18" charset="0"/>
            <a:cs typeface="Times New Roman" panose="02020603050405020304" pitchFamily="18" charset="0"/>
          </a:endParaRPr>
        </a:p>
      </dsp:txBody>
      <dsp:txXfrm>
        <a:off x="299678" y="3143292"/>
        <a:ext cx="3293337" cy="2076125"/>
      </dsp:txXfrm>
    </dsp:sp>
    <dsp:sp modelId="{6F0FA5C9-2917-48EC-9F32-4F9B82AA35C9}">
      <dsp:nvSpPr>
        <dsp:cNvPr id="0" name=""/>
        <dsp:cNvSpPr/>
      </dsp:nvSpPr>
      <dsp:spPr>
        <a:xfrm>
          <a:off x="4180094" y="0"/>
          <a:ext cx="3884776" cy="5562600"/>
        </a:xfrm>
        <a:prstGeom prst="roundRect">
          <a:avLst>
            <a:gd name="adj" fmla="val 1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a:latin typeface="Times New Roman" panose="02020603050405020304" pitchFamily="18" charset="0"/>
              <a:cs typeface="Times New Roman" panose="02020603050405020304" pitchFamily="18" charset="0"/>
            </a:rPr>
            <a:t>Xây dựng</a:t>
          </a:r>
        </a:p>
      </dsp:txBody>
      <dsp:txXfrm>
        <a:off x="4180094" y="0"/>
        <a:ext cx="3884776" cy="1668780"/>
      </dsp:txXfrm>
    </dsp:sp>
    <dsp:sp modelId="{6B58E942-4485-477D-ACCF-D8FD54EF6788}">
      <dsp:nvSpPr>
        <dsp:cNvPr id="0" name=""/>
        <dsp:cNvSpPr/>
      </dsp:nvSpPr>
      <dsp:spPr>
        <a:xfrm>
          <a:off x="4568571" y="1670409"/>
          <a:ext cx="3107821" cy="1677199"/>
        </a:xfrm>
        <a:prstGeom prst="roundRect">
          <a:avLst>
            <a:gd name="adj" fmla="val 10000"/>
          </a:avLst>
        </a:prstGeom>
        <a:solidFill>
          <a:schemeClr val="accent5">
            <a:lumMod val="60000"/>
            <a:lumOff val="4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r>
            <a:rPr lang="en-US" sz="3200" kern="1200" dirty="0">
              <a:solidFill>
                <a:schemeClr val="tx1"/>
              </a:solidFill>
              <a:latin typeface="Times New Roman" panose="02020603050405020304" pitchFamily="18" charset="0"/>
              <a:cs typeface="Times New Roman" panose="02020603050405020304" pitchFamily="18" charset="0"/>
            </a:rPr>
            <a:t> C</a:t>
          </a:r>
          <a:r>
            <a:rPr lang="vi-VN" sz="3200" kern="1200" dirty="0">
              <a:solidFill>
                <a:schemeClr val="tx1"/>
              </a:solidFill>
              <a:latin typeface="Times New Roman" panose="02020603050405020304" pitchFamily="18" charset="0"/>
              <a:cs typeface="Times New Roman" panose="02020603050405020304" pitchFamily="18" charset="0"/>
            </a:rPr>
            <a:t>ơ sở dữ liệu</a:t>
          </a:r>
          <a:endParaRPr lang="en-US" sz="3200" kern="1200" dirty="0">
            <a:solidFill>
              <a:schemeClr val="tx1"/>
            </a:solidFill>
            <a:latin typeface="Times New Roman" panose="02020603050405020304" pitchFamily="18" charset="0"/>
            <a:cs typeface="Times New Roman" panose="02020603050405020304" pitchFamily="18" charset="0"/>
          </a:endParaRPr>
        </a:p>
      </dsp:txBody>
      <dsp:txXfrm>
        <a:off x="4617694" y="1719532"/>
        <a:ext cx="3009575" cy="1578953"/>
      </dsp:txXfrm>
    </dsp:sp>
    <dsp:sp modelId="{C0FCF9AF-9901-494B-842A-44D14E62C052}">
      <dsp:nvSpPr>
        <dsp:cNvPr id="0" name=""/>
        <dsp:cNvSpPr/>
      </dsp:nvSpPr>
      <dsp:spPr>
        <a:xfrm>
          <a:off x="4568571" y="3605640"/>
          <a:ext cx="3107821" cy="1677199"/>
        </a:xfrm>
        <a:prstGeom prst="roundRect">
          <a:avLst>
            <a:gd name="adj" fmla="val 10000"/>
          </a:avLst>
        </a:prstGeom>
        <a:solidFill>
          <a:schemeClr val="accent5">
            <a:lumMod val="60000"/>
            <a:lumOff val="4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r>
            <a:rPr lang="en-US" sz="3200" kern="1200" dirty="0" smtClean="0">
              <a:solidFill>
                <a:schemeClr val="tx1"/>
              </a:solidFill>
              <a:latin typeface="Times New Roman" panose="02020603050405020304" pitchFamily="18" charset="0"/>
              <a:cs typeface="Times New Roman" panose="02020603050405020304" pitchFamily="18" charset="0"/>
            </a:rPr>
            <a:t>Mô hình</a:t>
          </a:r>
          <a:endParaRPr lang="en-US" sz="3200" kern="1200" dirty="0">
            <a:solidFill>
              <a:schemeClr val="tx1"/>
            </a:solidFill>
            <a:latin typeface="Times New Roman" panose="02020603050405020304" pitchFamily="18" charset="0"/>
            <a:cs typeface="Times New Roman" panose="02020603050405020304" pitchFamily="18" charset="0"/>
          </a:endParaRPr>
        </a:p>
      </dsp:txBody>
      <dsp:txXfrm>
        <a:off x="4617694" y="3654763"/>
        <a:ext cx="3009575" cy="1578953"/>
      </dsp:txXfrm>
    </dsp:sp>
    <dsp:sp modelId="{DDD7C299-C790-480C-A078-2036B210D750}">
      <dsp:nvSpPr>
        <dsp:cNvPr id="0" name=""/>
        <dsp:cNvSpPr/>
      </dsp:nvSpPr>
      <dsp:spPr>
        <a:xfrm>
          <a:off x="8356229" y="0"/>
          <a:ext cx="3884776" cy="5562600"/>
        </a:xfrm>
        <a:prstGeom prst="roundRect">
          <a:avLst>
            <a:gd name="adj" fmla="val 1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a:latin typeface="Times New Roman" panose="02020603050405020304" pitchFamily="18" charset="0"/>
              <a:cs typeface="Times New Roman" panose="02020603050405020304" pitchFamily="18" charset="0"/>
            </a:rPr>
            <a:t>Thiết kế</a:t>
          </a:r>
        </a:p>
      </dsp:txBody>
      <dsp:txXfrm>
        <a:off x="8356229" y="0"/>
        <a:ext cx="3884776" cy="1668780"/>
      </dsp:txXfrm>
    </dsp:sp>
    <dsp:sp modelId="{D7EBF959-7CE1-4E70-880C-BDE033548FFC}">
      <dsp:nvSpPr>
        <dsp:cNvPr id="0" name=""/>
        <dsp:cNvSpPr/>
      </dsp:nvSpPr>
      <dsp:spPr>
        <a:xfrm>
          <a:off x="8744706" y="1668780"/>
          <a:ext cx="3107821" cy="3615690"/>
        </a:xfrm>
        <a:prstGeom prst="roundRect">
          <a:avLst>
            <a:gd name="adj" fmla="val 10000"/>
          </a:avLst>
        </a:prstGeom>
        <a:solidFill>
          <a:schemeClr val="accent5">
            <a:lumMod val="60000"/>
            <a:lumOff val="4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r>
            <a:rPr lang="en-US" sz="3200" kern="1200" dirty="0">
              <a:solidFill>
                <a:schemeClr val="tx1"/>
              </a:solidFill>
              <a:latin typeface="Times New Roman" panose="02020603050405020304" pitchFamily="18" charset="0"/>
              <a:cs typeface="Times New Roman" panose="02020603050405020304" pitchFamily="18" charset="0"/>
            </a:rPr>
            <a:t> Giao diện</a:t>
          </a:r>
        </a:p>
      </dsp:txBody>
      <dsp:txXfrm>
        <a:off x="8835731" y="1759805"/>
        <a:ext cx="2925771" cy="3433640"/>
      </dsp:txXfrm>
    </dsp:sp>
    <dsp:sp modelId="{637A021F-FAA9-49F7-B563-F0ACB7657D8E}">
      <dsp:nvSpPr>
        <dsp:cNvPr id="0" name=""/>
        <dsp:cNvSpPr/>
      </dsp:nvSpPr>
      <dsp:spPr>
        <a:xfrm>
          <a:off x="12532364" y="0"/>
          <a:ext cx="3884776" cy="5562600"/>
        </a:xfrm>
        <a:prstGeom prst="roundRect">
          <a:avLst>
            <a:gd name="adj" fmla="val 1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a:latin typeface="Times New Roman" panose="02020603050405020304" pitchFamily="18" charset="0"/>
              <a:cs typeface="Times New Roman" panose="02020603050405020304" pitchFamily="18" charset="0"/>
            </a:rPr>
            <a:t>Lập trình</a:t>
          </a:r>
        </a:p>
      </dsp:txBody>
      <dsp:txXfrm>
        <a:off x="12532364" y="0"/>
        <a:ext cx="3884776" cy="1668780"/>
      </dsp:txXfrm>
    </dsp:sp>
    <dsp:sp modelId="{9C377BB7-A364-4EED-BDBB-99D7A5E6295F}">
      <dsp:nvSpPr>
        <dsp:cNvPr id="0" name=""/>
        <dsp:cNvSpPr/>
      </dsp:nvSpPr>
      <dsp:spPr>
        <a:xfrm>
          <a:off x="12920841" y="1668780"/>
          <a:ext cx="3107821" cy="3615690"/>
        </a:xfrm>
        <a:prstGeom prst="roundRect">
          <a:avLst>
            <a:gd name="adj" fmla="val 10000"/>
          </a:avLst>
        </a:prstGeom>
        <a:solidFill>
          <a:schemeClr val="accent5">
            <a:lumMod val="60000"/>
            <a:lumOff val="4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r>
            <a:rPr lang="en-US" sz="3200" kern="1200" dirty="0">
              <a:solidFill>
                <a:schemeClr val="tx1"/>
              </a:solidFill>
              <a:latin typeface="Times New Roman" panose="02020603050405020304" pitchFamily="18" charset="0"/>
              <a:cs typeface="Times New Roman" panose="02020603050405020304" pitchFamily="18" charset="0"/>
            </a:rPr>
            <a:t> Chức năng</a:t>
          </a:r>
        </a:p>
      </dsp:txBody>
      <dsp:txXfrm>
        <a:off x="13011866" y="1759805"/>
        <a:ext cx="2925771" cy="3433640"/>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CDDA7A-4F5D-4D27-9FB2-586FF5D93E1B}" type="datetimeFigureOut">
              <a:rPr lang="en-US" smtClean="0"/>
              <a:t>12/12/2022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32A9F2-250C-43A0-9046-8F3F37ADDD27}" type="slidenum">
              <a:rPr lang="en-US" smtClean="0"/>
              <a:t>‹#›</a:t>
            </a:fld>
            <a:endParaRPr lang="en-US"/>
          </a:p>
        </p:txBody>
      </p:sp>
    </p:spTree>
    <p:extLst>
      <p:ext uri="{BB962C8B-B14F-4D97-AF65-F5344CB8AC3E}">
        <p14:creationId xmlns:p14="http://schemas.microsoft.com/office/powerpoint/2010/main" val="91253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4000" b="0" i="0" kern="1200" dirty="0" smtClean="0">
                <a:solidFill>
                  <a:schemeClr val="tx1"/>
                </a:solidFill>
                <a:effectLst/>
                <a:latin typeface="+mn-lt"/>
                <a:ea typeface="+mn-ea"/>
                <a:cs typeface="+mn-cs"/>
              </a:rPr>
              <a:t>Lời đầu tiên, chúng em xin được gửi lời chào đến quý thầy cô và các bạn, chúng em xin tự giới thiệu nhóm chúng em gồm có em tên NAT và bạn NDN.</a:t>
            </a:r>
            <a:endParaRPr lang="en-US" sz="4000" b="0" i="0" kern="1200" dirty="0" smtClean="0">
              <a:solidFill>
                <a:schemeClr val="tx1"/>
              </a:solidFill>
              <a:effectLst/>
              <a:latin typeface="+mn-lt"/>
              <a:ea typeface="+mn-ea"/>
              <a:cs typeface="+mn-cs"/>
            </a:endParaRPr>
          </a:p>
          <a:p>
            <a:r>
              <a:rPr lang="vi-VN" sz="4000" b="0" i="0" kern="1200" dirty="0" smtClean="0">
                <a:solidFill>
                  <a:schemeClr val="tx1"/>
                </a:solidFill>
                <a:effectLst/>
                <a:latin typeface="+mn-lt"/>
                <a:ea typeface="+mn-ea"/>
                <a:cs typeface="+mn-cs"/>
              </a:rPr>
              <a:t>(Tên người hướng dẫn)</a:t>
            </a:r>
            <a:endParaRPr lang="en-US" sz="4000" b="0" i="0" kern="1200" dirty="0" smtClean="0">
              <a:solidFill>
                <a:schemeClr val="tx1"/>
              </a:solidFill>
              <a:effectLst/>
              <a:latin typeface="+mn-lt"/>
              <a:ea typeface="+mn-ea"/>
              <a:cs typeface="+mn-cs"/>
            </a:endParaRPr>
          </a:p>
          <a:p>
            <a:r>
              <a:rPr lang="vi-VN" sz="4000" b="0" i="0" kern="1200" dirty="0" smtClean="0">
                <a:solidFill>
                  <a:schemeClr val="tx1"/>
                </a:solidFill>
                <a:effectLst/>
                <a:latin typeface="+mn-lt"/>
                <a:ea typeface="+mn-ea"/>
                <a:cs typeface="+mn-cs"/>
              </a:rPr>
              <a:t>Hôm nay chúng em xin phép được trình bài báo cáo luận văn của mình với đề tài …</a:t>
            </a:r>
            <a:endParaRPr lang="en-US" sz="4000" b="0" dirty="0"/>
          </a:p>
        </p:txBody>
      </p:sp>
      <p:sp>
        <p:nvSpPr>
          <p:cNvPr id="4" name="Slide Number Placeholder 3"/>
          <p:cNvSpPr>
            <a:spLocks noGrp="1"/>
          </p:cNvSpPr>
          <p:nvPr>
            <p:ph type="sldNum" sz="quarter" idx="10"/>
          </p:nvPr>
        </p:nvSpPr>
        <p:spPr/>
        <p:txBody>
          <a:bodyPr/>
          <a:lstStyle/>
          <a:p>
            <a:fld id="{4E32A9F2-250C-43A0-9046-8F3F37ADDD27}" type="slidenum">
              <a:rPr lang="en-US" smtClean="0"/>
              <a:t>1</a:t>
            </a:fld>
            <a:endParaRPr lang="en-US"/>
          </a:p>
        </p:txBody>
      </p:sp>
    </p:spTree>
    <p:extLst>
      <p:ext uri="{BB962C8B-B14F-4D97-AF65-F5344CB8AC3E}">
        <p14:creationId xmlns:p14="http://schemas.microsoft.com/office/powerpoint/2010/main" val="2027004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dirty="0" smtClean="0">
                <a:latin typeface="Times New Roman" panose="02020603050405020304" pitchFamily="18" charset="0"/>
                <a:cs typeface="Times New Roman" panose="02020603050405020304" pitchFamily="18" charset="0"/>
              </a:rPr>
              <a:t>Phần trình bày của em gồm 4 phần: thứ nhất là phần giới thiệu đề tài, thứ hai là phần nội dung, thứ ba là kết luận và cuối cùng là phần demo hệ thống.</a:t>
            </a:r>
          </a:p>
          <a:p>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2</a:t>
            </a:fld>
            <a:endParaRPr lang="en-US"/>
          </a:p>
        </p:txBody>
      </p:sp>
    </p:spTree>
    <p:extLst>
      <p:ext uri="{BB962C8B-B14F-4D97-AF65-F5344CB8AC3E}">
        <p14:creationId xmlns:p14="http://schemas.microsoft.com/office/powerpoint/2010/main" val="3668296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vi-VN" dirty="0" smtClean="0"/>
              <a:t>Cùng với sự phát triển mạnh mẽ của công nghệ thông tin và sự bùng nổ Internet, hoạt động thương mại điện tử áp dụng trong du lịch đã phát triển nhanh chóng, mang lại giá trị gia tăng cao hơn cho ngành du lịch. Bên cạnh đó vấn đề đặt là người kinh doanh làm thế nào để quảng bá các chuyến du lịch vừa tiếp cận khách hàng dễ dàng mà không tốn quán nhiều chi phí</a:t>
            </a:r>
            <a:endParaRPr lang="en-US" dirty="0" smtClean="0"/>
          </a:p>
          <a:p>
            <a:r>
              <a:rPr lang="en-US" dirty="0" smtClean="0"/>
              <a:t>C</a:t>
            </a:r>
            <a:r>
              <a:rPr lang="vi-VN" dirty="0" smtClean="0"/>
              <a:t>òn đối với người dùng thì làm thế nào để dễ dàng tìm được một công ty uy tín để tham khảo các tour du lịch mà không cần tốn quá nhiều công sức, thời gian cho việc di chuyển và tìm kiếm. Song song với tốc độ phát triển ngành du lịch như hiện nay, thì những tiện ích cũng như dịch vụ của để phục vụ cho nhu cầu của du khách cũng phải phát triển.</a:t>
            </a:r>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4</a:t>
            </a:fld>
            <a:endParaRPr lang="en-US"/>
          </a:p>
        </p:txBody>
      </p:sp>
    </p:spTree>
    <p:extLst>
      <p:ext uri="{BB962C8B-B14F-4D97-AF65-F5344CB8AC3E}">
        <p14:creationId xmlns:p14="http://schemas.microsoft.com/office/powerpoint/2010/main" val="4170012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Chính vì những lẽ đó, chúng tôi quyết định thực hiện đề tài “Phát triển ứng dụng quản lý Tour du lịch với React Native - Phân hệ Back-end” để bám theo hướng phát triển của xu thế hiện đại trong thời buổi công nghiệp 4.0 như hiện nay. Giúp cho du khách có thể chủ động hơn trong việc đặt và tìm kiếm tour du lịch phù hợp với nhu cầu, và ý muốn của du khách nhất.</a:t>
            </a:r>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5</a:t>
            </a:fld>
            <a:endParaRPr lang="en-US"/>
          </a:p>
        </p:txBody>
      </p:sp>
    </p:spTree>
    <p:extLst>
      <p:ext uri="{BB962C8B-B14F-4D97-AF65-F5344CB8AC3E}">
        <p14:creationId xmlns:p14="http://schemas.microsoft.com/office/powerpoint/2010/main" val="1649140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6</a:t>
            </a:fld>
            <a:endParaRPr lang="en-US"/>
          </a:p>
        </p:txBody>
      </p:sp>
    </p:spTree>
    <p:extLst>
      <p:ext uri="{BB962C8B-B14F-4D97-AF65-F5344CB8AC3E}">
        <p14:creationId xmlns:p14="http://schemas.microsoft.com/office/powerpoint/2010/main" val="760399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E32A9F2-250C-43A0-9046-8F3F37ADDD27}" type="slidenum">
              <a:rPr lang="en-US" smtClean="0"/>
              <a:t>7</a:t>
            </a:fld>
            <a:endParaRPr lang="en-US"/>
          </a:p>
        </p:txBody>
      </p:sp>
    </p:spTree>
    <p:extLst>
      <p:ext uri="{BB962C8B-B14F-4D97-AF65-F5344CB8AC3E}">
        <p14:creationId xmlns:p14="http://schemas.microsoft.com/office/powerpoint/2010/main" val="3612055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9</a:t>
            </a:fld>
            <a:endParaRPr lang="en-US"/>
          </a:p>
        </p:txBody>
      </p:sp>
    </p:spTree>
    <p:extLst>
      <p:ext uri="{BB962C8B-B14F-4D97-AF65-F5344CB8AC3E}">
        <p14:creationId xmlns:p14="http://schemas.microsoft.com/office/powerpoint/2010/main" val="2111914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10</a:t>
            </a:fld>
            <a:endParaRPr lang="en-US"/>
          </a:p>
        </p:txBody>
      </p:sp>
    </p:spTree>
    <p:extLst>
      <p:ext uri="{BB962C8B-B14F-4D97-AF65-F5344CB8AC3E}">
        <p14:creationId xmlns:p14="http://schemas.microsoft.com/office/powerpoint/2010/main" val="28672364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Để</a:t>
            </a:r>
            <a:r>
              <a:rPr lang="en-US" baseline="0" dirty="0" smtClean="0"/>
              <a:t> có cái nhìn tổng quan về chức năng của ứng dụng quản lý tour du lịch, chúng ta có thể nhìn vào biểu đồ phân rã chức năng sau đây:</a:t>
            </a:r>
            <a:endParaRPr lang="en-US" dirty="0" smtClean="0"/>
          </a:p>
        </p:txBody>
      </p:sp>
      <p:sp>
        <p:nvSpPr>
          <p:cNvPr id="4" name="Slide Number Placeholder 3"/>
          <p:cNvSpPr>
            <a:spLocks noGrp="1"/>
          </p:cNvSpPr>
          <p:nvPr>
            <p:ph type="sldNum" sz="quarter" idx="10"/>
          </p:nvPr>
        </p:nvSpPr>
        <p:spPr/>
        <p:txBody>
          <a:bodyPr/>
          <a:lstStyle/>
          <a:p>
            <a:fld id="{4E32A9F2-250C-43A0-9046-8F3F37ADDD27}" type="slidenum">
              <a:rPr lang="en-US" smtClean="0"/>
              <a:t>12</a:t>
            </a:fld>
            <a:endParaRPr lang="en-US"/>
          </a:p>
        </p:txBody>
      </p:sp>
    </p:spTree>
    <p:extLst>
      <p:ext uri="{BB962C8B-B14F-4D97-AF65-F5344CB8AC3E}">
        <p14:creationId xmlns:p14="http://schemas.microsoft.com/office/powerpoint/2010/main" val="6168507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13</a:t>
            </a:fld>
            <a:endParaRPr lang="en-US"/>
          </a:p>
        </p:txBody>
      </p:sp>
    </p:spTree>
    <p:extLst>
      <p:ext uri="{BB962C8B-B14F-4D97-AF65-F5344CB8AC3E}">
        <p14:creationId xmlns:p14="http://schemas.microsoft.com/office/powerpoint/2010/main" val="39156923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smtClean="0"/>
              <a:t>- Khắc</a:t>
            </a:r>
            <a:r>
              <a:rPr lang="en-US" baseline="0" dirty="0" smtClean="0"/>
              <a:t> phục các hạn chế nêu trên để mang lại trải nghiệm tốt nhất cho người dùng.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Arial" panose="020B0604020202020204" pitchFamily="34" charset="0"/>
                <a:cs typeface="Arial" panose="020B0604020202020204" pitchFamily="34" charset="0"/>
              </a:rPr>
              <a:t>-</a:t>
            </a:r>
            <a:r>
              <a:rPr lang="en-US" sz="1200" baseline="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Phát triển hệ thống quản lý tour du lịch có thể thanh toán thuế trực tuyến thông qua mã tài khoản ngân hàng.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Arial" panose="020B0604020202020204" pitchFamily="34" charset="0"/>
                <a:ea typeface="Calibri" panose="020F0502020204030204" pitchFamily="34" charset="0"/>
                <a:cs typeface="Arial" panose="020B0604020202020204" pitchFamily="34" charset="0"/>
              </a:rPr>
              <a:t>- Thêm các chức năng về đặt vé máy bay, đặt phòng khách sạn.</a:t>
            </a: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effectLst/>
                <a:latin typeface="Arial" panose="020B0604020202020204" pitchFamily="34" charset="0"/>
                <a:ea typeface="Calibri" panose="020F0502020204030204" pitchFamily="34" charset="0"/>
                <a:cs typeface="Arial" panose="020B0604020202020204" pitchFamily="34" charset="0"/>
              </a:rPr>
              <a:t>- Tích hợp AI vào công nghệ </a:t>
            </a:r>
            <a:r>
              <a:rPr lang="en-US" sz="1200" dirty="0" err="1" smtClean="0">
                <a:effectLst/>
                <a:latin typeface="Arial" panose="020B0604020202020204" pitchFamily="34" charset="0"/>
                <a:ea typeface="Calibri" panose="020F0502020204030204" pitchFamily="34" charset="0"/>
                <a:cs typeface="Arial" panose="020B0604020202020204" pitchFamily="34" charset="0"/>
              </a:rPr>
              <a:t>chatbot</a:t>
            </a:r>
            <a:r>
              <a:rPr lang="en-US" sz="1200" dirty="0" smtClean="0">
                <a:effectLst/>
                <a:latin typeface="Arial" panose="020B0604020202020204" pitchFamily="34" charset="0"/>
                <a:ea typeface="Calibri" panose="020F0502020204030204" pitchFamily="34" charset="0"/>
                <a:cs typeface="Arial" panose="020B0604020202020204" pitchFamily="34" charset="0"/>
              </a:rPr>
              <a:t>, thêm chức năng tìm kiếm giọng nói</a:t>
            </a:r>
            <a:r>
              <a:rPr lang="en-US" sz="1200" baseline="0" dirty="0" smtClean="0">
                <a:effectLst/>
                <a:latin typeface="Arial" panose="020B0604020202020204" pitchFamily="34" charset="0"/>
                <a:ea typeface="Calibri" panose="020F0502020204030204" pitchFamily="34" charset="0"/>
                <a:cs typeface="Arial" panose="020B0604020202020204" pitchFamily="34" charset="0"/>
              </a:rPr>
              <a:t> </a:t>
            </a:r>
            <a:r>
              <a:rPr lang="en-US" sz="1200" kern="1200" dirty="0" smtClean="0">
                <a:solidFill>
                  <a:schemeClr val="tx1"/>
                </a:solidFill>
                <a:effectLst/>
                <a:latin typeface="+mn-lt"/>
                <a:ea typeface="+mn-ea"/>
                <a:cs typeface="+mn-cs"/>
              </a:rPr>
              <a:t>phù hợp với đa dạng lứa tuổi đặt vé tour du lịch.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 Lập</a:t>
            </a:r>
            <a:r>
              <a:rPr lang="en-US" sz="1200" kern="1200" baseline="0" dirty="0" smtClean="0">
                <a:solidFill>
                  <a:schemeClr val="tx1"/>
                </a:solidFill>
                <a:effectLst/>
                <a:latin typeface="+mn-lt"/>
                <a:ea typeface="+mn-ea"/>
                <a:cs typeface="+mn-cs"/>
              </a:rPr>
              <a:t> trang quản lý chặt chẽ hơn.</a:t>
            </a:r>
            <a:endParaRPr lang="en-US" sz="1200" dirty="0" smtClean="0">
              <a:effectLst/>
              <a:latin typeface="Arial" panose="020B060402020202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14</a:t>
            </a:fld>
            <a:endParaRPr lang="en-US"/>
          </a:p>
        </p:txBody>
      </p:sp>
    </p:spTree>
    <p:extLst>
      <p:ext uri="{BB962C8B-B14F-4D97-AF65-F5344CB8AC3E}">
        <p14:creationId xmlns:p14="http://schemas.microsoft.com/office/powerpoint/2010/main" val="2270100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Tiếp</a:t>
            </a:r>
            <a:r>
              <a:rPr lang="en-US" baseline="0" dirty="0" smtClean="0"/>
              <a:t> theo, em xin được trình bày kết luận về bài báo cáo.</a:t>
            </a:r>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15</a:t>
            </a:fld>
            <a:endParaRPr lang="en-US"/>
          </a:p>
        </p:txBody>
      </p:sp>
    </p:spTree>
    <p:extLst>
      <p:ext uri="{BB962C8B-B14F-4D97-AF65-F5344CB8AC3E}">
        <p14:creationId xmlns:p14="http://schemas.microsoft.com/office/powerpoint/2010/main" val="8345835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Tiếp</a:t>
            </a:r>
            <a:r>
              <a:rPr lang="en-US" baseline="0" dirty="0" smtClean="0"/>
              <a:t> theo, em xin được trình bày kết luận về bài báo cáo.</a:t>
            </a:r>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16</a:t>
            </a:fld>
            <a:endParaRPr lang="en-US"/>
          </a:p>
        </p:txBody>
      </p:sp>
    </p:spTree>
    <p:extLst>
      <p:ext uri="{BB962C8B-B14F-4D97-AF65-F5344CB8AC3E}">
        <p14:creationId xmlns:p14="http://schemas.microsoft.com/office/powerpoint/2010/main" val="16520199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Tiếp</a:t>
            </a:r>
            <a:r>
              <a:rPr lang="en-US" baseline="0" dirty="0" smtClean="0"/>
              <a:t> theo, em xin được trình bày kết luận về bài báo cáo.</a:t>
            </a:r>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17</a:t>
            </a:fld>
            <a:endParaRPr lang="en-US"/>
          </a:p>
        </p:txBody>
      </p:sp>
    </p:spTree>
    <p:extLst>
      <p:ext uri="{BB962C8B-B14F-4D97-AF65-F5344CB8AC3E}">
        <p14:creationId xmlns:p14="http://schemas.microsoft.com/office/powerpoint/2010/main" val="1611021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Tiếp</a:t>
            </a:r>
            <a:r>
              <a:rPr lang="en-US" baseline="0" dirty="0" smtClean="0"/>
              <a:t> theo, em xin được trình bày kết luận về bài báo cáo.</a:t>
            </a:r>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18</a:t>
            </a:fld>
            <a:endParaRPr lang="en-US"/>
          </a:p>
        </p:txBody>
      </p:sp>
    </p:spTree>
    <p:extLst>
      <p:ext uri="{BB962C8B-B14F-4D97-AF65-F5344CB8AC3E}">
        <p14:creationId xmlns:p14="http://schemas.microsoft.com/office/powerpoint/2010/main" val="1479993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Về</a:t>
            </a:r>
            <a:r>
              <a:rPr lang="en-US" baseline="0" dirty="0" smtClean="0"/>
              <a:t> kiến thức, chúng em đã được trao dồi thêm nhiều công nghệ mới bao gồm …</a:t>
            </a:r>
          </a:p>
          <a:p>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19</a:t>
            </a:fld>
            <a:endParaRPr lang="en-US"/>
          </a:p>
        </p:txBody>
      </p:sp>
    </p:spTree>
    <p:extLst>
      <p:ext uri="{BB962C8B-B14F-4D97-AF65-F5344CB8AC3E}">
        <p14:creationId xmlns:p14="http://schemas.microsoft.com/office/powerpoint/2010/main" val="21938828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sz="1200" dirty="0" smtClean="0">
                <a:latin typeface="Arial" panose="020B0604020202020204" pitchFamily="34" charset="0"/>
                <a:cs typeface="Arial" panose="020B0604020202020204" pitchFamily="34" charset="0"/>
              </a:rPr>
              <a:t>Củng cố và áp dụng được kiến thức đã được học ở nhà trường cũng như cách tìm kiếm</a:t>
            </a:r>
            <a:r>
              <a:rPr lang="en-US" sz="1200" baseline="0" dirty="0" smtClean="0">
                <a:latin typeface="Arial" panose="020B0604020202020204" pitchFamily="34" charset="0"/>
                <a:cs typeface="Arial" panose="020B0604020202020204" pitchFamily="34" charset="0"/>
              </a:rPr>
              <a:t> tài liệu học tập.</a:t>
            </a:r>
            <a:endParaRPr lang="en-US" sz="1200" dirty="0" smtClean="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4E32A9F2-250C-43A0-9046-8F3F37ADDD27}" type="slidenum">
              <a:rPr lang="en-US" smtClean="0"/>
              <a:t>20</a:t>
            </a:fld>
            <a:endParaRPr lang="en-US"/>
          </a:p>
        </p:txBody>
      </p:sp>
    </p:spTree>
    <p:extLst>
      <p:ext uri="{BB962C8B-B14F-4D97-AF65-F5344CB8AC3E}">
        <p14:creationId xmlns:p14="http://schemas.microsoft.com/office/powerpoint/2010/main" val="1481000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21</a:t>
            </a:fld>
            <a:endParaRPr lang="en-US"/>
          </a:p>
        </p:txBody>
      </p:sp>
    </p:spTree>
    <p:extLst>
      <p:ext uri="{BB962C8B-B14F-4D97-AF65-F5344CB8AC3E}">
        <p14:creationId xmlns:p14="http://schemas.microsoft.com/office/powerpoint/2010/main" val="3869824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smtClean="0"/>
              <a:t>- Khắc</a:t>
            </a:r>
            <a:r>
              <a:rPr lang="en-US" baseline="0" dirty="0" smtClean="0"/>
              <a:t> phục các hạn chế nêu trên để mang lại trải nghiệm tốt nhất cho người dùng.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Arial" panose="020B0604020202020204" pitchFamily="34" charset="0"/>
                <a:cs typeface="Arial" panose="020B0604020202020204" pitchFamily="34" charset="0"/>
              </a:rPr>
              <a:t>-</a:t>
            </a:r>
            <a:r>
              <a:rPr lang="en-US" sz="1200" baseline="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Phát triển hệ thống quản lý tour du lịch có thể thanh toán thuế trực tuyến thông qua mã tài khoản ngân hàng.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Arial" panose="020B0604020202020204" pitchFamily="34" charset="0"/>
                <a:ea typeface="Calibri" panose="020F0502020204030204" pitchFamily="34" charset="0"/>
                <a:cs typeface="Arial" panose="020B0604020202020204" pitchFamily="34" charset="0"/>
              </a:rPr>
              <a:t>- Thêm các chức năng về đặt vé máy bay, đặt phòng khách sạn.</a:t>
            </a: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effectLst/>
                <a:latin typeface="Arial" panose="020B0604020202020204" pitchFamily="34" charset="0"/>
                <a:ea typeface="Calibri" panose="020F0502020204030204" pitchFamily="34" charset="0"/>
                <a:cs typeface="Arial" panose="020B0604020202020204" pitchFamily="34" charset="0"/>
              </a:rPr>
              <a:t>- Tích hợp AI vào công nghệ </a:t>
            </a:r>
            <a:r>
              <a:rPr lang="en-US" sz="1200" dirty="0" err="1" smtClean="0">
                <a:effectLst/>
                <a:latin typeface="Arial" panose="020B0604020202020204" pitchFamily="34" charset="0"/>
                <a:ea typeface="Calibri" panose="020F0502020204030204" pitchFamily="34" charset="0"/>
                <a:cs typeface="Arial" panose="020B0604020202020204" pitchFamily="34" charset="0"/>
              </a:rPr>
              <a:t>chatbot</a:t>
            </a:r>
            <a:r>
              <a:rPr lang="en-US" sz="1200" dirty="0" smtClean="0">
                <a:effectLst/>
                <a:latin typeface="Arial" panose="020B0604020202020204" pitchFamily="34" charset="0"/>
                <a:ea typeface="Calibri" panose="020F0502020204030204" pitchFamily="34" charset="0"/>
                <a:cs typeface="Arial" panose="020B0604020202020204" pitchFamily="34" charset="0"/>
              </a:rPr>
              <a:t>, thêm chức năng tìm kiếm giọng nói</a:t>
            </a:r>
            <a:r>
              <a:rPr lang="en-US" sz="1200" baseline="0" dirty="0" smtClean="0">
                <a:effectLst/>
                <a:latin typeface="Arial" panose="020B0604020202020204" pitchFamily="34" charset="0"/>
                <a:ea typeface="Calibri" panose="020F0502020204030204" pitchFamily="34" charset="0"/>
                <a:cs typeface="Arial" panose="020B0604020202020204" pitchFamily="34" charset="0"/>
              </a:rPr>
              <a:t> </a:t>
            </a:r>
            <a:r>
              <a:rPr lang="en-US" sz="1200" kern="1200" dirty="0" smtClean="0">
                <a:solidFill>
                  <a:schemeClr val="tx1"/>
                </a:solidFill>
                <a:effectLst/>
                <a:latin typeface="+mn-lt"/>
                <a:ea typeface="+mn-ea"/>
                <a:cs typeface="+mn-cs"/>
              </a:rPr>
              <a:t>phù hợp với đa dạng lứa tuổi đặt vé tour du lịch.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 Lập</a:t>
            </a:r>
            <a:r>
              <a:rPr lang="en-US" sz="1200" kern="1200" baseline="0" dirty="0" smtClean="0">
                <a:solidFill>
                  <a:schemeClr val="tx1"/>
                </a:solidFill>
                <a:effectLst/>
                <a:latin typeface="+mn-lt"/>
                <a:ea typeface="+mn-ea"/>
                <a:cs typeface="+mn-cs"/>
              </a:rPr>
              <a:t> trang quản lý chặt chẽ hơn.</a:t>
            </a:r>
            <a:endParaRPr lang="en-US" sz="1200" dirty="0" smtClean="0">
              <a:effectLst/>
              <a:latin typeface="Arial" panose="020B060402020202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22</a:t>
            </a:fld>
            <a:endParaRPr lang="en-US"/>
          </a:p>
        </p:txBody>
      </p:sp>
    </p:spTree>
    <p:extLst>
      <p:ext uri="{BB962C8B-B14F-4D97-AF65-F5344CB8AC3E}">
        <p14:creationId xmlns:p14="http://schemas.microsoft.com/office/powerpoint/2010/main" val="30411618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32A9F2-250C-43A0-9046-8F3F37ADDD27}" type="slidenum">
              <a:rPr lang="en-US" smtClean="0"/>
              <a:t>24</a:t>
            </a:fld>
            <a:endParaRPr lang="en-US"/>
          </a:p>
        </p:txBody>
      </p:sp>
    </p:spTree>
    <p:extLst>
      <p:ext uri="{BB962C8B-B14F-4D97-AF65-F5344CB8AC3E}">
        <p14:creationId xmlns:p14="http://schemas.microsoft.com/office/powerpoint/2010/main" val="332823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7.jpg"/><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7.jpg"/></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grpSp>
        <p:nvGrpSpPr>
          <p:cNvPr id="4" name="Group 3"/>
          <p:cNvGrpSpPr/>
          <p:nvPr/>
        </p:nvGrpSpPr>
        <p:grpSpPr>
          <a:xfrm>
            <a:off x="0" y="2154295"/>
            <a:ext cx="18288001" cy="4360808"/>
            <a:chOff x="0" y="2154295"/>
            <a:chExt cx="18288001" cy="4360808"/>
          </a:xfrm>
        </p:grpSpPr>
        <p:sp>
          <p:nvSpPr>
            <p:cNvPr id="2" name="AutoShape 2"/>
            <p:cNvSpPr/>
            <p:nvPr/>
          </p:nvSpPr>
          <p:spPr>
            <a:xfrm rot="5400000">
              <a:off x="6963597" y="-4809302"/>
              <a:ext cx="4360808" cy="18288001"/>
            </a:xfrm>
            <a:prstGeom prst="rect">
              <a:avLst/>
            </a:prstGeom>
            <a:solidFill>
              <a:srgbClr val="C0E1E1"/>
            </a:solidFill>
          </p:spPr>
        </p:sp>
        <p:sp>
          <p:nvSpPr>
            <p:cNvPr id="6" name="TextBox 6"/>
            <p:cNvSpPr txBox="1"/>
            <p:nvPr/>
          </p:nvSpPr>
          <p:spPr>
            <a:xfrm>
              <a:off x="3061975" y="2346135"/>
              <a:ext cx="12765909" cy="3693640"/>
            </a:xfrm>
            <a:prstGeom prst="rect">
              <a:avLst/>
            </a:prstGeom>
          </p:spPr>
          <p:txBody>
            <a:bodyPr wrap="square" lIns="0" tIns="0" rIns="0" bIns="0" rtlCol="0" anchor="ctr">
              <a:spAutoFit/>
            </a:bodyPr>
            <a:lstStyle/>
            <a:p>
              <a:pPr algn="ctr">
                <a:lnSpc>
                  <a:spcPts val="10100"/>
                </a:lnSpc>
              </a:pPr>
              <a:r>
                <a:rPr lang="en-US" sz="5000" b="1" spc="-36" dirty="0" smtClean="0">
                  <a:latin typeface="Arial" panose="020B0604020202020204" pitchFamily="34" charset="0"/>
                  <a:cs typeface="Arial" panose="020B0604020202020204" pitchFamily="34" charset="0"/>
                </a:rPr>
                <a:t>Đề tài:</a:t>
              </a:r>
            </a:p>
            <a:p>
              <a:pPr algn="ctr">
                <a:lnSpc>
                  <a:spcPts val="10100"/>
                </a:lnSpc>
              </a:pPr>
              <a:r>
                <a:rPr lang="en-US" sz="5000" b="1" spc="-36" dirty="0">
                  <a:latin typeface="Arial" panose="020B0604020202020204" pitchFamily="34" charset="0"/>
                  <a:cs typeface="Arial" panose="020B0604020202020204" pitchFamily="34" charset="0"/>
                </a:rPr>
                <a:t>Phát triển ứng dụng quản lý Tour du </a:t>
              </a:r>
              <a:r>
                <a:rPr lang="en-US" sz="5000" b="1" spc="-36" dirty="0" smtClean="0">
                  <a:latin typeface="Arial" panose="020B0604020202020204" pitchFamily="34" charset="0"/>
                  <a:cs typeface="Arial" panose="020B0604020202020204" pitchFamily="34" charset="0"/>
                </a:rPr>
                <a:t>lịch</a:t>
              </a:r>
            </a:p>
            <a:p>
              <a:pPr algn="ctr">
                <a:lnSpc>
                  <a:spcPts val="10100"/>
                </a:lnSpc>
              </a:pPr>
              <a:r>
                <a:rPr lang="en-US" sz="5000" b="1" spc="-36" dirty="0" smtClean="0">
                  <a:latin typeface="Arial" panose="020B0604020202020204" pitchFamily="34" charset="0"/>
                  <a:cs typeface="Arial" panose="020B0604020202020204" pitchFamily="34" charset="0"/>
                </a:rPr>
                <a:t>với </a:t>
              </a:r>
              <a:r>
                <a:rPr lang="en-US" sz="5000" b="1" spc="-36" dirty="0">
                  <a:latin typeface="Arial" panose="020B0604020202020204" pitchFamily="34" charset="0"/>
                  <a:cs typeface="Arial" panose="020B0604020202020204" pitchFamily="34" charset="0"/>
                </a:rPr>
                <a:t>React Native</a:t>
              </a:r>
            </a:p>
          </p:txBody>
        </p:sp>
      </p:grpSp>
      <p:pic>
        <p:nvPicPr>
          <p:cNvPr id="10" name="Picture 2">
            <a:extLst>
              <a:ext uri="{FF2B5EF4-FFF2-40B4-BE49-F238E27FC236}">
                <a16:creationId xmlns="" xmlns:a16="http://schemas.microsoft.com/office/drawing/2014/main" id="{C3147E63-BACC-4CE2-86B2-3B03428F671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139151"/>
            <a:ext cx="2015144" cy="2015144"/>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flipV="1">
            <a:off x="2336356" y="1815355"/>
            <a:ext cx="14181459" cy="17074"/>
          </a:xfrm>
          <a:prstGeom prst="line">
            <a:avLst/>
          </a:prstGeom>
          <a:ln w="28575"/>
        </p:spPr>
        <p:style>
          <a:lnRef idx="1">
            <a:schemeClr val="dk1"/>
          </a:lnRef>
          <a:fillRef idx="0">
            <a:schemeClr val="dk1"/>
          </a:fillRef>
          <a:effectRef idx="0">
            <a:schemeClr val="dk1"/>
          </a:effectRef>
          <a:fontRef idx="minor">
            <a:schemeClr val="tx1"/>
          </a:fontRef>
        </p:style>
      </p:cxnSp>
      <p:sp>
        <p:nvSpPr>
          <p:cNvPr id="15" name="TextBox 9"/>
          <p:cNvSpPr txBox="1"/>
          <p:nvPr/>
        </p:nvSpPr>
        <p:spPr>
          <a:xfrm>
            <a:off x="3218569" y="570907"/>
            <a:ext cx="13299246" cy="1193853"/>
          </a:xfrm>
          <a:prstGeom prst="rect">
            <a:avLst/>
          </a:prstGeom>
        </p:spPr>
        <p:txBody>
          <a:bodyPr wrap="square" lIns="0" tIns="0" rIns="0" bIns="0" rtlCol="0" anchor="t">
            <a:spAutoFit/>
          </a:bodyPr>
          <a:lstStyle/>
          <a:p>
            <a:pPr algn="ctr">
              <a:lnSpc>
                <a:spcPts val="3919"/>
              </a:lnSpc>
              <a:spcBef>
                <a:spcPts val="1200"/>
              </a:spcBef>
            </a:pPr>
            <a:r>
              <a:rPr lang="en-US" sz="4000" b="1" spc="600" dirty="0" smtClean="0">
                <a:solidFill>
                  <a:schemeClr val="tx1">
                    <a:lumMod val="75000"/>
                    <a:lumOff val="25000"/>
                  </a:schemeClr>
                </a:solidFill>
                <a:latin typeface="Arial" panose="020B0604020202020204" pitchFamily="34" charset="0"/>
                <a:cs typeface="Arial" panose="020B0604020202020204" pitchFamily="34" charset="0"/>
              </a:rPr>
              <a:t>Luận văn tốt nghiệp</a:t>
            </a:r>
          </a:p>
          <a:p>
            <a:pPr algn="ctr">
              <a:lnSpc>
                <a:spcPts val="3919"/>
              </a:lnSpc>
              <a:spcBef>
                <a:spcPts val="1200"/>
              </a:spcBef>
            </a:pPr>
            <a:r>
              <a:rPr lang="en-US" sz="4000" b="1" spc="600" dirty="0" smtClean="0">
                <a:solidFill>
                  <a:schemeClr val="tx1">
                    <a:lumMod val="75000"/>
                    <a:lumOff val="25000"/>
                  </a:schemeClr>
                </a:solidFill>
                <a:latin typeface="Arial" panose="020B0604020202020204" pitchFamily="34" charset="0"/>
                <a:cs typeface="Arial" panose="020B0604020202020204" pitchFamily="34" charset="0"/>
              </a:rPr>
              <a:t>Ngành công nghệ thông tin</a:t>
            </a:r>
            <a:endParaRPr lang="en-US" sz="4000" b="1" spc="6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3" name="Group 2"/>
          <p:cNvGrpSpPr/>
          <p:nvPr/>
        </p:nvGrpSpPr>
        <p:grpSpPr>
          <a:xfrm>
            <a:off x="2133600" y="7095834"/>
            <a:ext cx="16611600" cy="2000548"/>
            <a:chOff x="2133600" y="7095834"/>
            <a:chExt cx="16611600" cy="2000548"/>
          </a:xfrm>
        </p:grpSpPr>
        <p:sp>
          <p:nvSpPr>
            <p:cNvPr id="7" name="TextBox 7"/>
            <p:cNvSpPr txBox="1"/>
            <p:nvPr/>
          </p:nvSpPr>
          <p:spPr>
            <a:xfrm>
              <a:off x="2133600" y="7095834"/>
              <a:ext cx="4038600" cy="959364"/>
            </a:xfrm>
            <a:prstGeom prst="rect">
              <a:avLst/>
            </a:prstGeom>
          </p:spPr>
          <p:txBody>
            <a:bodyPr wrap="square" lIns="0" tIns="0" rIns="0" bIns="0" rtlCol="0" anchor="t">
              <a:spAutoFit/>
            </a:bodyPr>
            <a:lstStyle/>
            <a:p>
              <a:pPr algn="ctr">
                <a:lnSpc>
                  <a:spcPts val="3919"/>
                </a:lnSpc>
              </a:pPr>
              <a:r>
                <a:rPr lang="en-US" sz="2800" b="1" spc="14" dirty="0" smtClean="0">
                  <a:latin typeface="Arial" panose="020B0604020202020204" pitchFamily="34" charset="0"/>
                  <a:cs typeface="Arial" panose="020B0604020202020204" pitchFamily="34" charset="0"/>
                </a:rPr>
                <a:t>Giáo viên hướng dẫn:</a:t>
              </a:r>
            </a:p>
            <a:p>
              <a:pPr algn="ctr">
                <a:lnSpc>
                  <a:spcPts val="3919"/>
                </a:lnSpc>
              </a:pPr>
              <a:r>
                <a:rPr lang="en-US" sz="2800" b="1" spc="14" dirty="0" err="1" smtClean="0">
                  <a:latin typeface="Arial" panose="020B0604020202020204" pitchFamily="34" charset="0"/>
                  <a:cs typeface="Arial" panose="020B0604020202020204" pitchFamily="34" charset="0"/>
                </a:rPr>
                <a:t>Ths</a:t>
              </a:r>
              <a:r>
                <a:rPr lang="en-US" sz="2800" b="1" spc="14" dirty="0" smtClean="0">
                  <a:latin typeface="Arial" panose="020B0604020202020204" pitchFamily="34" charset="0"/>
                  <a:cs typeface="Arial" panose="020B0604020202020204" pitchFamily="34" charset="0"/>
                </a:rPr>
                <a:t>. Hồ Văn Tú</a:t>
              </a:r>
              <a:endParaRPr lang="en-US" sz="2800" b="1" spc="14" dirty="0">
                <a:latin typeface="Arial" panose="020B0604020202020204" pitchFamily="34" charset="0"/>
                <a:cs typeface="Arial" panose="020B0604020202020204" pitchFamily="34" charset="0"/>
              </a:endParaRPr>
            </a:p>
          </p:txBody>
        </p:sp>
        <p:sp>
          <p:nvSpPr>
            <p:cNvPr id="18" name="TextBox 7"/>
            <p:cNvSpPr txBox="1"/>
            <p:nvPr/>
          </p:nvSpPr>
          <p:spPr>
            <a:xfrm>
              <a:off x="7247193" y="7095834"/>
              <a:ext cx="4359784" cy="2000548"/>
            </a:xfrm>
            <a:prstGeom prst="rect">
              <a:avLst/>
            </a:prstGeom>
          </p:spPr>
          <p:txBody>
            <a:bodyPr wrap="square" lIns="0" tIns="0" rIns="0" bIns="0" rtlCol="0" anchor="t">
              <a:spAutoFit/>
            </a:bodyPr>
            <a:lstStyle/>
            <a:p>
              <a:pPr algn="ctr">
                <a:lnSpc>
                  <a:spcPts val="3919"/>
                </a:lnSpc>
              </a:pPr>
              <a:r>
                <a:rPr lang="en-US" sz="2800" b="1" spc="14" dirty="0" smtClean="0">
                  <a:latin typeface="Arial" panose="020B0604020202020204" pitchFamily="34" charset="0"/>
                  <a:cs typeface="Arial" panose="020B0604020202020204" pitchFamily="34" charset="0"/>
                </a:rPr>
                <a:t>Giáo viên phản </a:t>
              </a:r>
              <a:r>
                <a:rPr lang="en-US" sz="2800" b="1" spc="14" dirty="0" smtClean="0">
                  <a:latin typeface="Arial" panose="020B0604020202020204" pitchFamily="34" charset="0"/>
                  <a:cs typeface="Arial" panose="020B0604020202020204" pitchFamily="34" charset="0"/>
                </a:rPr>
                <a:t>biện:</a:t>
              </a:r>
            </a:p>
            <a:p>
              <a:pPr algn="ctr">
                <a:lnSpc>
                  <a:spcPts val="3919"/>
                </a:lnSpc>
              </a:pPr>
              <a:r>
                <a:rPr lang="en-US" sz="2800" b="1" spc="14" dirty="0" err="1" smtClean="0">
                  <a:latin typeface="Arial" panose="020B0604020202020204" pitchFamily="34" charset="0"/>
                  <a:cs typeface="Arial" panose="020B0604020202020204" pitchFamily="34" charset="0"/>
                </a:rPr>
                <a:t>Ths</a:t>
              </a:r>
              <a:r>
                <a:rPr lang="en-US" sz="2800" b="1" spc="14" dirty="0" smtClean="0">
                  <a:latin typeface="Arial" panose="020B0604020202020204" pitchFamily="34" charset="0"/>
                  <a:cs typeface="Arial" panose="020B0604020202020204" pitchFamily="34" charset="0"/>
                </a:rPr>
                <a:t>. Huỳnh Phụng Toàn</a:t>
              </a:r>
            </a:p>
            <a:p>
              <a:pPr algn="ctr">
                <a:lnSpc>
                  <a:spcPts val="3919"/>
                </a:lnSpc>
              </a:pPr>
              <a:r>
                <a:rPr lang="en-US" sz="2800" b="1" spc="14" dirty="0" err="1" smtClean="0">
                  <a:latin typeface="Arial" panose="020B0604020202020204" pitchFamily="34" charset="0"/>
                  <a:cs typeface="Arial" panose="020B0604020202020204" pitchFamily="34" charset="0"/>
                </a:rPr>
                <a:t>Ths</a:t>
              </a:r>
              <a:r>
                <a:rPr lang="en-US" sz="2800" b="1" spc="14" dirty="0" smtClean="0">
                  <a:latin typeface="Arial" panose="020B0604020202020204" pitchFamily="34" charset="0"/>
                  <a:cs typeface="Arial" panose="020B0604020202020204" pitchFamily="34" charset="0"/>
                </a:rPr>
                <a:t>. Võ Hải Đăng</a:t>
              </a:r>
            </a:p>
            <a:p>
              <a:pPr algn="ctr">
                <a:lnSpc>
                  <a:spcPts val="3919"/>
                </a:lnSpc>
              </a:pPr>
              <a:endParaRPr lang="en-US" sz="2800" b="1" spc="14" dirty="0">
                <a:latin typeface="Arial" panose="020B0604020202020204" pitchFamily="34" charset="0"/>
                <a:cs typeface="Arial" panose="020B0604020202020204" pitchFamily="34" charset="0"/>
              </a:endParaRPr>
            </a:p>
          </p:txBody>
        </p:sp>
        <p:sp>
          <p:nvSpPr>
            <p:cNvPr id="20" name="TextBox 7"/>
            <p:cNvSpPr txBox="1"/>
            <p:nvPr/>
          </p:nvSpPr>
          <p:spPr>
            <a:xfrm>
              <a:off x="11049000" y="7095834"/>
              <a:ext cx="7696200" cy="1500411"/>
            </a:xfrm>
            <a:prstGeom prst="rect">
              <a:avLst/>
            </a:prstGeom>
          </p:spPr>
          <p:txBody>
            <a:bodyPr wrap="square" lIns="0" tIns="0" rIns="0" bIns="0" rtlCol="0" anchor="t">
              <a:spAutoFit/>
            </a:bodyPr>
            <a:lstStyle/>
            <a:p>
              <a:pPr algn="ctr">
                <a:lnSpc>
                  <a:spcPts val="3919"/>
                </a:lnSpc>
              </a:pPr>
              <a:r>
                <a:rPr lang="en-US" sz="2800" b="1" spc="14" dirty="0" smtClean="0">
                  <a:latin typeface="Arial" panose="020B0604020202020204" pitchFamily="34" charset="0"/>
                  <a:cs typeface="Arial" panose="020B0604020202020204" pitchFamily="34" charset="0"/>
                </a:rPr>
                <a:t>Sinh viên thực hiện:</a:t>
              </a:r>
            </a:p>
            <a:p>
              <a:pPr algn="ctr">
                <a:lnSpc>
                  <a:spcPts val="3919"/>
                </a:lnSpc>
              </a:pPr>
              <a:r>
                <a:rPr lang="en-US" sz="2800" b="1" spc="14" dirty="0" err="1" smtClean="0">
                  <a:latin typeface="Arial" panose="020B0604020202020204" pitchFamily="34" charset="0"/>
                  <a:cs typeface="Arial" panose="020B0604020202020204" pitchFamily="34" charset="0"/>
                </a:rPr>
                <a:t>Nguyễn</a:t>
              </a:r>
              <a:r>
                <a:rPr lang="en-US" sz="2800" b="1" spc="14" dirty="0" smtClean="0">
                  <a:latin typeface="Arial" panose="020B0604020202020204" pitchFamily="34" charset="0"/>
                  <a:cs typeface="Arial" panose="020B0604020202020204" pitchFamily="34" charset="0"/>
                </a:rPr>
                <a:t> Anh Thư - B1809522</a:t>
              </a:r>
            </a:p>
            <a:p>
              <a:pPr algn="ctr">
                <a:lnSpc>
                  <a:spcPts val="3919"/>
                </a:lnSpc>
              </a:pPr>
              <a:r>
                <a:rPr lang="en-US" sz="2800" b="1" spc="14" dirty="0" smtClean="0">
                  <a:latin typeface="Arial" panose="020B0604020202020204" pitchFamily="34" charset="0"/>
                  <a:cs typeface="Arial" panose="020B0604020202020204" pitchFamily="34" charset="0"/>
                </a:rPr>
                <a:t>Ngô Duy Nam - B1809485</a:t>
              </a:r>
              <a:endParaRPr lang="en-US" sz="2800" b="1" spc="14" dirty="0">
                <a:latin typeface="Arial" panose="020B0604020202020204" pitchFamily="34" charset="0"/>
                <a:cs typeface="Arial" panose="020B0604020202020204" pitchFamily="34" charset="0"/>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sp>
        <p:nvSpPr>
          <p:cNvPr id="3" name="TextBox 3"/>
          <p:cNvSpPr txBox="1"/>
          <p:nvPr/>
        </p:nvSpPr>
        <p:spPr>
          <a:xfrm>
            <a:off x="5683794" y="1060834"/>
            <a:ext cx="8420100" cy="1086441"/>
          </a:xfrm>
          <a:prstGeom prst="rect">
            <a:avLst/>
          </a:prstGeom>
        </p:spPr>
        <p:txBody>
          <a:bodyPr wrap="square" lIns="0" tIns="0" rIns="0" bIns="0" rtlCol="0" anchor="t">
            <a:spAutoFit/>
          </a:bodyPr>
          <a:lstStyle/>
          <a:p>
            <a:pPr algn="ctr">
              <a:lnSpc>
                <a:spcPts val="8250"/>
              </a:lnSpc>
            </a:pPr>
            <a:r>
              <a:rPr lang="en-US" sz="7500" b="1" dirty="0" smtClean="0">
                <a:latin typeface="Times New Roman" panose="02020603050405020304" pitchFamily="18" charset="0"/>
                <a:cs typeface="Times New Roman" panose="02020603050405020304" pitchFamily="18" charset="0"/>
              </a:rPr>
              <a:t>Bố cục trình bày</a:t>
            </a:r>
            <a:endParaRPr lang="en-US" sz="7500" b="1" dirty="0">
              <a:latin typeface="Times New Roman" panose="02020603050405020304" pitchFamily="18" charset="0"/>
              <a:cs typeface="Times New Roman" panose="02020603050405020304" pitchFamily="18" charset="0"/>
            </a:endParaRPr>
          </a:p>
        </p:txBody>
      </p:sp>
      <p:sp>
        <p:nvSpPr>
          <p:cNvPr id="10" name="AutoShape 3"/>
          <p:cNvSpPr/>
          <p:nvPr/>
        </p:nvSpPr>
        <p:spPr>
          <a:xfrm>
            <a:off x="16459199" y="8801100"/>
            <a:ext cx="909709" cy="909708"/>
          </a:xfrm>
          <a:prstGeom prst="rect">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2</a:t>
            </a:r>
            <a:endParaRPr lang="en-US" sz="4000" dirty="0">
              <a:latin typeface="Times New Roman" panose="02020603050405020304" pitchFamily="18" charset="0"/>
              <a:cs typeface="Times New Roman" panose="02020603050405020304" pitchFamily="18" charset="0"/>
            </a:endParaRPr>
          </a:p>
        </p:txBody>
      </p:sp>
      <p:grpSp>
        <p:nvGrpSpPr>
          <p:cNvPr id="6" name="Group 5"/>
          <p:cNvGrpSpPr/>
          <p:nvPr/>
        </p:nvGrpSpPr>
        <p:grpSpPr>
          <a:xfrm>
            <a:off x="1742048" y="2567773"/>
            <a:ext cx="7706752" cy="6688182"/>
            <a:chOff x="1742048" y="2567773"/>
            <a:chExt cx="7706752" cy="6688182"/>
          </a:xfrm>
        </p:grpSpPr>
        <p:sp>
          <p:nvSpPr>
            <p:cNvPr id="5" name="AutoShape 5"/>
            <p:cNvSpPr/>
            <p:nvPr/>
          </p:nvSpPr>
          <p:spPr>
            <a:xfrm rot="-5400000">
              <a:off x="-425631" y="5889004"/>
              <a:ext cx="6688182" cy="45719"/>
            </a:xfrm>
            <a:prstGeom prst="rect">
              <a:avLst/>
            </a:prstGeom>
            <a:solidFill>
              <a:srgbClr val="524C4C"/>
            </a:solidFill>
          </p:spPr>
        </p:sp>
        <p:grpSp>
          <p:nvGrpSpPr>
            <p:cNvPr id="2" name="Group 1"/>
            <p:cNvGrpSpPr/>
            <p:nvPr/>
          </p:nvGrpSpPr>
          <p:grpSpPr>
            <a:xfrm>
              <a:off x="3429000" y="2933700"/>
              <a:ext cx="6019800" cy="5309632"/>
              <a:chOff x="3429000" y="2933700"/>
              <a:chExt cx="6019800" cy="5309632"/>
            </a:xfrm>
          </p:grpSpPr>
          <p:sp>
            <p:nvSpPr>
              <p:cNvPr id="18" name="TextBox 8"/>
              <p:cNvSpPr txBox="1"/>
              <p:nvPr/>
            </p:nvSpPr>
            <p:spPr>
              <a:xfrm>
                <a:off x="3429000" y="6040174"/>
                <a:ext cx="6019800" cy="595099"/>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Kết</a:t>
                </a:r>
                <a:r>
                  <a:rPr lang="en-US" sz="5400" spc="29" dirty="0" smtClean="0">
                    <a:solidFill>
                      <a:srgbClr val="524C4C"/>
                    </a:solidFill>
                    <a:latin typeface="Times New Roman" panose="02020603050405020304" pitchFamily="18" charset="0"/>
                    <a:cs typeface="Times New Roman" panose="02020603050405020304" pitchFamily="18" charset="0"/>
                  </a:rPr>
                  <a:t> </a:t>
                </a:r>
                <a:r>
                  <a:rPr lang="en-US" sz="5400" spc="29" dirty="0" smtClean="0">
                    <a:latin typeface="Times New Roman" panose="02020603050405020304" pitchFamily="18" charset="0"/>
                    <a:cs typeface="Times New Roman" panose="02020603050405020304" pitchFamily="18" charset="0"/>
                  </a:rPr>
                  <a:t>luận</a:t>
                </a:r>
                <a:endParaRPr lang="en-US" sz="5400" spc="29" dirty="0">
                  <a:latin typeface="Times New Roman" panose="02020603050405020304" pitchFamily="18" charset="0"/>
                  <a:cs typeface="Times New Roman" panose="02020603050405020304" pitchFamily="18" charset="0"/>
                </a:endParaRPr>
              </a:p>
            </p:txBody>
          </p:sp>
          <p:sp>
            <p:nvSpPr>
              <p:cNvPr id="19" name="TextBox 8"/>
              <p:cNvSpPr txBox="1"/>
              <p:nvPr/>
            </p:nvSpPr>
            <p:spPr>
              <a:xfrm>
                <a:off x="3429000" y="7629831"/>
                <a:ext cx="60198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Demo</a:t>
                </a:r>
                <a:endParaRPr lang="en-US" sz="5400" spc="29" dirty="0">
                  <a:latin typeface="Times New Roman" panose="02020603050405020304" pitchFamily="18" charset="0"/>
                  <a:cs typeface="Times New Roman" panose="02020603050405020304" pitchFamily="18" charset="0"/>
                </a:endParaRPr>
              </a:p>
            </p:txBody>
          </p:sp>
          <p:sp>
            <p:nvSpPr>
              <p:cNvPr id="11" name="TextBox 8"/>
              <p:cNvSpPr txBox="1"/>
              <p:nvPr/>
            </p:nvSpPr>
            <p:spPr>
              <a:xfrm>
                <a:off x="3429000" y="2933700"/>
                <a:ext cx="48006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Giới thiệu</a:t>
                </a:r>
                <a:endParaRPr lang="en-US" sz="5400" spc="29" dirty="0">
                  <a:latin typeface="Times New Roman" panose="02020603050405020304" pitchFamily="18" charset="0"/>
                  <a:cs typeface="Times New Roman" panose="02020603050405020304" pitchFamily="18" charset="0"/>
                </a:endParaRPr>
              </a:p>
            </p:txBody>
          </p:sp>
          <p:sp>
            <p:nvSpPr>
              <p:cNvPr id="12" name="TextBox 8"/>
              <p:cNvSpPr txBox="1"/>
              <p:nvPr/>
            </p:nvSpPr>
            <p:spPr>
              <a:xfrm>
                <a:off x="3429000" y="4486937"/>
                <a:ext cx="48006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Nội dung</a:t>
                </a:r>
                <a:endParaRPr lang="en-US" sz="5400" spc="29" dirty="0">
                  <a:latin typeface="Times New Roman" panose="02020603050405020304" pitchFamily="18" charset="0"/>
                  <a:cs typeface="Times New Roman" panose="02020603050405020304" pitchFamily="18" charset="0"/>
                </a:endParaRPr>
              </a:p>
            </p:txBody>
          </p:sp>
        </p:grpSp>
        <p:grpSp>
          <p:nvGrpSpPr>
            <p:cNvPr id="4" name="Group 3"/>
            <p:cNvGrpSpPr/>
            <p:nvPr/>
          </p:nvGrpSpPr>
          <p:grpSpPr>
            <a:xfrm>
              <a:off x="1742048" y="2767386"/>
              <a:ext cx="909712" cy="5569419"/>
              <a:chOff x="1742048" y="2767386"/>
              <a:chExt cx="909712" cy="5569419"/>
            </a:xfrm>
          </p:grpSpPr>
          <p:sp>
            <p:nvSpPr>
              <p:cNvPr id="13" name="AutoShape 3"/>
              <p:cNvSpPr/>
              <p:nvPr/>
            </p:nvSpPr>
            <p:spPr>
              <a:xfrm>
                <a:off x="1742051" y="2767386"/>
                <a:ext cx="909709" cy="909708"/>
              </a:xfrm>
              <a:prstGeom prst="hexagon">
                <a:avLst/>
              </a:prstGeom>
              <a:solidFill>
                <a:schemeClr val="bg1"/>
              </a:solidFill>
            </p:spPr>
            <p:txBody>
              <a:bodyPr anchor="ctr"/>
              <a:lstStyle/>
              <a:p>
                <a:pPr algn="ctr">
                  <a:spcBef>
                    <a:spcPts val="600"/>
                  </a:spcBef>
                  <a:spcAft>
                    <a:spcPts val="600"/>
                  </a:spcAft>
                </a:pPr>
                <a:r>
                  <a:rPr lang="en-US" sz="4000" dirty="0">
                    <a:latin typeface="Times New Roman" panose="02020603050405020304" pitchFamily="18" charset="0"/>
                    <a:cs typeface="Times New Roman" panose="02020603050405020304" pitchFamily="18" charset="0"/>
                  </a:rPr>
                  <a:t>1</a:t>
                </a:r>
              </a:p>
            </p:txBody>
          </p:sp>
          <p:sp>
            <p:nvSpPr>
              <p:cNvPr id="20" name="AutoShape 3"/>
              <p:cNvSpPr/>
              <p:nvPr/>
            </p:nvSpPr>
            <p:spPr>
              <a:xfrm>
                <a:off x="1742050" y="4320623"/>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2</a:t>
                </a:r>
                <a:endParaRPr lang="en-US" sz="4000" dirty="0">
                  <a:latin typeface="Times New Roman" panose="02020603050405020304" pitchFamily="18" charset="0"/>
                  <a:cs typeface="Times New Roman" panose="02020603050405020304" pitchFamily="18" charset="0"/>
                </a:endParaRPr>
              </a:p>
            </p:txBody>
          </p:sp>
          <p:sp>
            <p:nvSpPr>
              <p:cNvPr id="21" name="AutoShape 3"/>
              <p:cNvSpPr/>
              <p:nvPr/>
            </p:nvSpPr>
            <p:spPr>
              <a:xfrm>
                <a:off x="1742049" y="5873860"/>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3</a:t>
                </a:r>
                <a:endParaRPr lang="en-US" sz="4000" dirty="0">
                  <a:latin typeface="Times New Roman" panose="02020603050405020304" pitchFamily="18" charset="0"/>
                  <a:cs typeface="Times New Roman" panose="02020603050405020304" pitchFamily="18" charset="0"/>
                </a:endParaRPr>
              </a:p>
            </p:txBody>
          </p:sp>
          <p:sp>
            <p:nvSpPr>
              <p:cNvPr id="22" name="AutoShape 3"/>
              <p:cNvSpPr/>
              <p:nvPr/>
            </p:nvSpPr>
            <p:spPr>
              <a:xfrm>
                <a:off x="1742048" y="7427097"/>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4</a:t>
                </a:r>
                <a:endParaRPr lang="en-US" sz="4000" dirty="0">
                  <a:latin typeface="Times New Roman" panose="02020603050405020304" pitchFamily="18" charset="0"/>
                  <a:cs typeface="Times New Roman" panose="02020603050405020304" pitchFamily="18" charset="0"/>
                </a:endParaRPr>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sp>
        <p:nvSpPr>
          <p:cNvPr id="3" name="TextBox 3"/>
          <p:cNvSpPr txBox="1"/>
          <p:nvPr/>
        </p:nvSpPr>
        <p:spPr>
          <a:xfrm>
            <a:off x="5683794" y="1060834"/>
            <a:ext cx="8420100" cy="1086441"/>
          </a:xfrm>
          <a:prstGeom prst="rect">
            <a:avLst/>
          </a:prstGeom>
        </p:spPr>
        <p:txBody>
          <a:bodyPr wrap="square" lIns="0" tIns="0" rIns="0" bIns="0" rtlCol="0" anchor="t">
            <a:spAutoFit/>
          </a:bodyPr>
          <a:lstStyle/>
          <a:p>
            <a:pPr algn="ctr">
              <a:lnSpc>
                <a:spcPts val="8250"/>
              </a:lnSpc>
            </a:pPr>
            <a:r>
              <a:rPr lang="en-US" sz="7500" b="1" dirty="0" smtClean="0">
                <a:latin typeface="Times New Roman" panose="02020603050405020304" pitchFamily="18" charset="0"/>
                <a:cs typeface="Times New Roman" panose="02020603050405020304" pitchFamily="18" charset="0"/>
              </a:rPr>
              <a:t>Bố cục trình bày</a:t>
            </a:r>
            <a:endParaRPr lang="en-US" sz="7500" b="1" dirty="0">
              <a:latin typeface="Times New Roman" panose="02020603050405020304" pitchFamily="18" charset="0"/>
              <a:cs typeface="Times New Roman" panose="02020603050405020304" pitchFamily="18" charset="0"/>
            </a:endParaRPr>
          </a:p>
        </p:txBody>
      </p:sp>
      <p:sp>
        <p:nvSpPr>
          <p:cNvPr id="10" name="AutoShape 3"/>
          <p:cNvSpPr/>
          <p:nvPr/>
        </p:nvSpPr>
        <p:spPr>
          <a:xfrm>
            <a:off x="16459199" y="8801100"/>
            <a:ext cx="909709" cy="909708"/>
          </a:xfrm>
          <a:prstGeom prst="rect">
            <a:avLst/>
          </a:prstGeom>
          <a:solidFill>
            <a:schemeClr val="bg1"/>
          </a:solidFill>
        </p:spPr>
        <p:txBody>
          <a:bodyPr anchor="ctr"/>
          <a:lstStyle/>
          <a:p>
            <a:pPr algn="ctr">
              <a:spcBef>
                <a:spcPts val="600"/>
              </a:spcBef>
              <a:spcAft>
                <a:spcPts val="600"/>
              </a:spcAft>
            </a:pPr>
            <a:r>
              <a:rPr lang="en-US" sz="4000" dirty="0">
                <a:latin typeface="Times New Roman" panose="02020603050405020304" pitchFamily="18" charset="0"/>
                <a:cs typeface="Times New Roman" panose="02020603050405020304" pitchFamily="18" charset="0"/>
              </a:rPr>
              <a:t>3</a:t>
            </a:r>
          </a:p>
        </p:txBody>
      </p:sp>
      <p:grpSp>
        <p:nvGrpSpPr>
          <p:cNvPr id="4" name="Group 3"/>
          <p:cNvGrpSpPr/>
          <p:nvPr/>
        </p:nvGrpSpPr>
        <p:grpSpPr>
          <a:xfrm>
            <a:off x="1742048" y="2567773"/>
            <a:ext cx="7706752" cy="6688182"/>
            <a:chOff x="1742048" y="2567773"/>
            <a:chExt cx="7706752" cy="6688182"/>
          </a:xfrm>
        </p:grpSpPr>
        <p:grpSp>
          <p:nvGrpSpPr>
            <p:cNvPr id="2" name="Group 1"/>
            <p:cNvGrpSpPr/>
            <p:nvPr/>
          </p:nvGrpSpPr>
          <p:grpSpPr>
            <a:xfrm>
              <a:off x="1742048" y="2567773"/>
              <a:ext cx="7706752" cy="6688182"/>
              <a:chOff x="1742048" y="2567773"/>
              <a:chExt cx="7706752" cy="6688182"/>
            </a:xfrm>
          </p:grpSpPr>
          <p:sp>
            <p:nvSpPr>
              <p:cNvPr id="5" name="AutoShape 5"/>
              <p:cNvSpPr/>
              <p:nvPr/>
            </p:nvSpPr>
            <p:spPr>
              <a:xfrm rot="-5400000">
                <a:off x="-425631" y="5889004"/>
                <a:ext cx="6688182" cy="45719"/>
              </a:xfrm>
              <a:prstGeom prst="rect">
                <a:avLst/>
              </a:prstGeom>
              <a:solidFill>
                <a:srgbClr val="524C4C"/>
              </a:solidFill>
            </p:spPr>
          </p:sp>
          <p:sp>
            <p:nvSpPr>
              <p:cNvPr id="18" name="TextBox 8"/>
              <p:cNvSpPr txBox="1"/>
              <p:nvPr/>
            </p:nvSpPr>
            <p:spPr>
              <a:xfrm>
                <a:off x="3429000" y="6040174"/>
                <a:ext cx="6019800" cy="595099"/>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Kết</a:t>
                </a:r>
                <a:r>
                  <a:rPr lang="en-US" sz="5400" spc="29" dirty="0" smtClean="0">
                    <a:solidFill>
                      <a:srgbClr val="524C4C"/>
                    </a:solidFill>
                    <a:latin typeface="Times New Roman" panose="02020603050405020304" pitchFamily="18" charset="0"/>
                    <a:cs typeface="Times New Roman" panose="02020603050405020304" pitchFamily="18" charset="0"/>
                  </a:rPr>
                  <a:t> </a:t>
                </a:r>
                <a:r>
                  <a:rPr lang="en-US" sz="5400" spc="29" dirty="0" smtClean="0">
                    <a:latin typeface="Times New Roman" panose="02020603050405020304" pitchFamily="18" charset="0"/>
                    <a:cs typeface="Times New Roman" panose="02020603050405020304" pitchFamily="18" charset="0"/>
                  </a:rPr>
                  <a:t>luận</a:t>
                </a:r>
                <a:endParaRPr lang="en-US" sz="5400" spc="29" dirty="0">
                  <a:latin typeface="Times New Roman" panose="02020603050405020304" pitchFamily="18" charset="0"/>
                  <a:cs typeface="Times New Roman" panose="02020603050405020304" pitchFamily="18" charset="0"/>
                </a:endParaRPr>
              </a:p>
            </p:txBody>
          </p:sp>
          <p:sp>
            <p:nvSpPr>
              <p:cNvPr id="19" name="TextBox 8"/>
              <p:cNvSpPr txBox="1"/>
              <p:nvPr/>
            </p:nvSpPr>
            <p:spPr>
              <a:xfrm>
                <a:off x="3429000" y="7629831"/>
                <a:ext cx="60198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Demo</a:t>
                </a:r>
                <a:endParaRPr lang="en-US" sz="5400" spc="29" dirty="0">
                  <a:latin typeface="Times New Roman" panose="02020603050405020304" pitchFamily="18" charset="0"/>
                  <a:cs typeface="Times New Roman" panose="02020603050405020304" pitchFamily="18" charset="0"/>
                </a:endParaRPr>
              </a:p>
            </p:txBody>
          </p:sp>
          <p:sp>
            <p:nvSpPr>
              <p:cNvPr id="11" name="TextBox 8"/>
              <p:cNvSpPr txBox="1"/>
              <p:nvPr/>
            </p:nvSpPr>
            <p:spPr>
              <a:xfrm>
                <a:off x="3429000" y="2933700"/>
                <a:ext cx="4800600" cy="613501"/>
              </a:xfrm>
              <a:prstGeom prst="rect">
                <a:avLst/>
              </a:prstGeom>
            </p:spPr>
            <p:txBody>
              <a:bodyPr wrap="square" lIns="0" tIns="0" rIns="0" bIns="0" rtlCol="0" anchor="t">
                <a:spAutoFit/>
              </a:bodyPr>
              <a:lstStyle/>
              <a:p>
                <a:pPr>
                  <a:lnSpc>
                    <a:spcPts val="4499"/>
                  </a:lnSpc>
                </a:pPr>
                <a:r>
                  <a:rPr lang="en-US" sz="5400" b="1" spc="29" dirty="0" smtClean="0">
                    <a:latin typeface="Times New Roman" panose="02020603050405020304" pitchFamily="18" charset="0"/>
                    <a:cs typeface="Times New Roman" panose="02020603050405020304" pitchFamily="18" charset="0"/>
                  </a:rPr>
                  <a:t>Giới thiệu</a:t>
                </a:r>
                <a:endParaRPr lang="en-US" sz="5400" b="1" spc="29" dirty="0">
                  <a:latin typeface="Times New Roman" panose="02020603050405020304" pitchFamily="18" charset="0"/>
                  <a:cs typeface="Times New Roman" panose="02020603050405020304" pitchFamily="18" charset="0"/>
                </a:endParaRPr>
              </a:p>
            </p:txBody>
          </p:sp>
          <p:sp>
            <p:nvSpPr>
              <p:cNvPr id="12" name="TextBox 8"/>
              <p:cNvSpPr txBox="1"/>
              <p:nvPr/>
            </p:nvSpPr>
            <p:spPr>
              <a:xfrm>
                <a:off x="3429000" y="4486937"/>
                <a:ext cx="48006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Nội dung</a:t>
                </a:r>
                <a:endParaRPr lang="en-US" sz="5400" spc="29" dirty="0">
                  <a:latin typeface="Times New Roman" panose="02020603050405020304" pitchFamily="18" charset="0"/>
                  <a:cs typeface="Times New Roman" panose="02020603050405020304" pitchFamily="18" charset="0"/>
                </a:endParaRPr>
              </a:p>
            </p:txBody>
          </p:sp>
          <p:sp>
            <p:nvSpPr>
              <p:cNvPr id="13" name="AutoShape 3"/>
              <p:cNvSpPr/>
              <p:nvPr/>
            </p:nvSpPr>
            <p:spPr>
              <a:xfrm>
                <a:off x="1742051" y="2767386"/>
                <a:ext cx="909709" cy="909708"/>
              </a:xfrm>
              <a:prstGeom prst="hexagon">
                <a:avLst/>
              </a:prstGeom>
              <a:solidFill>
                <a:schemeClr val="bg1"/>
              </a:solidFill>
            </p:spPr>
            <p:txBody>
              <a:bodyPr anchor="ctr"/>
              <a:lstStyle/>
              <a:p>
                <a:pPr algn="ctr">
                  <a:spcBef>
                    <a:spcPts val="600"/>
                  </a:spcBef>
                  <a:spcAft>
                    <a:spcPts val="600"/>
                  </a:spcAft>
                </a:pPr>
                <a:r>
                  <a:rPr lang="en-US" sz="4000" dirty="0">
                    <a:latin typeface="Times New Roman" panose="02020603050405020304" pitchFamily="18" charset="0"/>
                    <a:cs typeface="Times New Roman" panose="02020603050405020304" pitchFamily="18" charset="0"/>
                  </a:rPr>
                  <a:t>1</a:t>
                </a:r>
              </a:p>
            </p:txBody>
          </p:sp>
          <p:sp>
            <p:nvSpPr>
              <p:cNvPr id="20" name="AutoShape 3"/>
              <p:cNvSpPr/>
              <p:nvPr/>
            </p:nvSpPr>
            <p:spPr>
              <a:xfrm>
                <a:off x="1742050" y="4320623"/>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2</a:t>
                </a:r>
                <a:endParaRPr lang="en-US" sz="4000" dirty="0">
                  <a:latin typeface="Times New Roman" panose="02020603050405020304" pitchFamily="18" charset="0"/>
                  <a:cs typeface="Times New Roman" panose="02020603050405020304" pitchFamily="18" charset="0"/>
                </a:endParaRPr>
              </a:p>
            </p:txBody>
          </p:sp>
          <p:sp>
            <p:nvSpPr>
              <p:cNvPr id="21" name="AutoShape 3"/>
              <p:cNvSpPr/>
              <p:nvPr/>
            </p:nvSpPr>
            <p:spPr>
              <a:xfrm>
                <a:off x="1742049" y="5873860"/>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3</a:t>
                </a:r>
                <a:endParaRPr lang="en-US" sz="4000" dirty="0">
                  <a:latin typeface="Times New Roman" panose="02020603050405020304" pitchFamily="18" charset="0"/>
                  <a:cs typeface="Times New Roman" panose="02020603050405020304" pitchFamily="18" charset="0"/>
                </a:endParaRPr>
              </a:p>
            </p:txBody>
          </p:sp>
          <p:sp>
            <p:nvSpPr>
              <p:cNvPr id="22" name="AutoShape 3"/>
              <p:cNvSpPr/>
              <p:nvPr/>
            </p:nvSpPr>
            <p:spPr>
              <a:xfrm>
                <a:off x="1742048" y="7427097"/>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4</a:t>
                </a:r>
                <a:endParaRPr lang="en-US" sz="4000" dirty="0">
                  <a:latin typeface="Times New Roman" panose="02020603050405020304" pitchFamily="18" charset="0"/>
                  <a:cs typeface="Times New Roman" panose="02020603050405020304" pitchFamily="18" charset="0"/>
                </a:endParaRPr>
              </a:p>
            </p:txBody>
          </p:sp>
        </p:grpSp>
        <p:sp>
          <p:nvSpPr>
            <p:cNvPr id="14" name="AutoShape 5"/>
            <p:cNvSpPr/>
            <p:nvPr/>
          </p:nvSpPr>
          <p:spPr>
            <a:xfrm>
              <a:off x="3185160" y="3542000"/>
              <a:ext cx="3494116" cy="45719"/>
            </a:xfrm>
            <a:prstGeom prst="rect">
              <a:avLst/>
            </a:prstGeom>
            <a:solidFill>
              <a:srgbClr val="524C4C"/>
            </a:solidFill>
          </p:spPr>
        </p:sp>
      </p:grpSp>
    </p:spTree>
    <p:extLst>
      <p:ext uri="{BB962C8B-B14F-4D97-AF65-F5344CB8AC3E}">
        <p14:creationId xmlns:p14="http://schemas.microsoft.com/office/powerpoint/2010/main" val="17470594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grpSp>
        <p:nvGrpSpPr>
          <p:cNvPr id="3" name="Group 2"/>
          <p:cNvGrpSpPr/>
          <p:nvPr/>
        </p:nvGrpSpPr>
        <p:grpSpPr>
          <a:xfrm>
            <a:off x="1219200" y="642961"/>
            <a:ext cx="7162799" cy="1110112"/>
            <a:chOff x="1219200" y="642961"/>
            <a:chExt cx="7162799" cy="1110112"/>
          </a:xfrm>
        </p:grpSpPr>
        <p:sp>
          <p:nvSpPr>
            <p:cNvPr id="6" name="TextBox 6"/>
            <p:cNvSpPr txBox="1"/>
            <p:nvPr/>
          </p:nvSpPr>
          <p:spPr>
            <a:xfrm>
              <a:off x="1389936" y="642961"/>
              <a:ext cx="6992063" cy="1064393"/>
            </a:xfrm>
            <a:prstGeom prst="rect">
              <a:avLst/>
            </a:prstGeom>
          </p:spPr>
          <p:txBody>
            <a:bodyPr lIns="0" tIns="0" rIns="0" bIns="0" rtlCol="0" anchor="t">
              <a:spAutoFit/>
            </a:bodyPr>
            <a:lstStyle/>
            <a:p>
              <a:pPr>
                <a:lnSpc>
                  <a:spcPts val="8250"/>
                </a:lnSpc>
              </a:pPr>
              <a:r>
                <a:rPr lang="en-US" sz="7500" dirty="0" smtClean="0">
                  <a:latin typeface="Arial" panose="020B0604020202020204" pitchFamily="34" charset="0"/>
                  <a:cs typeface="Arial" panose="020B0604020202020204" pitchFamily="34" charset="0"/>
                </a:rPr>
                <a:t>Đặt vấn đề</a:t>
              </a:r>
              <a:endParaRPr lang="en-US" sz="7500" dirty="0">
                <a:latin typeface="Arial" panose="020B0604020202020204" pitchFamily="34" charset="0"/>
                <a:cs typeface="Arial" panose="020B0604020202020204" pitchFamily="34" charset="0"/>
              </a:endParaRPr>
            </a:p>
          </p:txBody>
        </p:sp>
        <p:sp>
          <p:nvSpPr>
            <p:cNvPr id="7" name="AutoShape 7"/>
            <p:cNvSpPr/>
            <p:nvPr/>
          </p:nvSpPr>
          <p:spPr>
            <a:xfrm>
              <a:off x="1219200" y="1707354"/>
              <a:ext cx="5257800" cy="45719"/>
            </a:xfrm>
            <a:prstGeom prst="rect">
              <a:avLst/>
            </a:prstGeom>
            <a:solidFill>
              <a:srgbClr val="524C4C"/>
            </a:solidFill>
          </p:spPr>
        </p:sp>
      </p:grpSp>
      <p:sp>
        <p:nvSpPr>
          <p:cNvPr id="8" name="TextBox 2"/>
          <p:cNvSpPr txBox="1"/>
          <p:nvPr/>
        </p:nvSpPr>
        <p:spPr>
          <a:xfrm>
            <a:off x="1828799" y="2019300"/>
            <a:ext cx="13106399" cy="6360716"/>
          </a:xfrm>
          <a:prstGeom prst="rect">
            <a:avLst/>
          </a:prstGeom>
        </p:spPr>
        <p:txBody>
          <a:bodyPr wrap="square" lIns="0" tIns="0" rIns="0" bIns="0" rtlCol="0" anchor="t">
            <a:spAutoFit/>
          </a:bodyPr>
          <a:lstStyle/>
          <a:p>
            <a:pPr algn="just">
              <a:lnSpc>
                <a:spcPts val="6600"/>
              </a:lnSpc>
            </a:pPr>
            <a:r>
              <a:rPr lang="en-US" sz="3200" b="1" dirty="0" smtClean="0">
                <a:latin typeface="Arial" panose="020B0604020202020204" pitchFamily="34" charset="0"/>
                <a:cs typeface="Arial" panose="020B0604020202020204" pitchFamily="34" charset="0"/>
              </a:rPr>
              <a:t>Kinh doanh và mua bán truyền thống có những bất cập nhất định:</a:t>
            </a:r>
          </a:p>
          <a:p>
            <a:pPr marL="457200" indent="-457200" algn="just">
              <a:lnSpc>
                <a:spcPts val="6600"/>
              </a:lnSpc>
              <a:buFont typeface="Arial" panose="020B0604020202020204" pitchFamily="34" charset="0"/>
              <a:buChar char="•"/>
            </a:pPr>
            <a:r>
              <a:rPr lang="en-US" sz="3200" dirty="0" smtClean="0">
                <a:latin typeface="Arial" panose="020B0604020202020204" pitchFamily="34" charset="0"/>
                <a:cs typeface="Arial" panose="020B0604020202020204" pitchFamily="34" charset="0"/>
              </a:rPr>
              <a:t>Hiệu suất làm việc.</a:t>
            </a:r>
          </a:p>
          <a:p>
            <a:pPr marL="457200" indent="-457200" algn="just">
              <a:lnSpc>
                <a:spcPts val="6600"/>
              </a:lnSpc>
              <a:buFont typeface="Arial" panose="020B0604020202020204" pitchFamily="34" charset="0"/>
              <a:buChar char="•"/>
            </a:pPr>
            <a:r>
              <a:rPr lang="en-US" sz="3200" dirty="0" smtClean="0">
                <a:latin typeface="Arial" panose="020B0604020202020204" pitchFamily="34" charset="0"/>
                <a:cs typeface="Arial" panose="020B0604020202020204" pitchFamily="34" charset="0"/>
              </a:rPr>
              <a:t>Chi phí.</a:t>
            </a:r>
          </a:p>
          <a:p>
            <a:pPr marL="457200" indent="-457200" algn="just">
              <a:lnSpc>
                <a:spcPts val="6600"/>
              </a:lnSpc>
              <a:buFont typeface="Arial" panose="020B0604020202020204" pitchFamily="34" charset="0"/>
              <a:buChar char="•"/>
            </a:pPr>
            <a:r>
              <a:rPr lang="en-US" sz="3200" dirty="0" smtClean="0">
                <a:latin typeface="Arial" panose="020B0604020202020204" pitchFamily="34" charset="0"/>
                <a:cs typeface="Arial" panose="020B0604020202020204" pitchFamily="34" charset="0"/>
              </a:rPr>
              <a:t>Di chuyển.</a:t>
            </a:r>
          </a:p>
          <a:p>
            <a:pPr marL="457200" indent="-457200" algn="just">
              <a:lnSpc>
                <a:spcPts val="6600"/>
              </a:lnSpc>
              <a:buFont typeface="Arial" panose="020B0604020202020204" pitchFamily="34" charset="0"/>
              <a:buChar char="•"/>
            </a:pPr>
            <a:endParaRPr lang="en-US" sz="3200" dirty="0" smtClean="0">
              <a:solidFill>
                <a:srgbClr val="524C4C"/>
              </a:solidFill>
              <a:latin typeface="Lora"/>
            </a:endParaRPr>
          </a:p>
          <a:p>
            <a:pPr algn="just">
              <a:lnSpc>
                <a:spcPts val="8250"/>
              </a:lnSpc>
            </a:pPr>
            <a:endParaRPr lang="en-US" sz="3200" dirty="0" smtClean="0">
              <a:solidFill>
                <a:srgbClr val="524C4C"/>
              </a:solidFill>
              <a:latin typeface="Lora"/>
            </a:endParaRPr>
          </a:p>
          <a:p>
            <a:pPr marL="457200" indent="-457200" algn="just">
              <a:lnSpc>
                <a:spcPts val="8250"/>
              </a:lnSpc>
              <a:buFont typeface="Arial" panose="020B0604020202020204" pitchFamily="34" charset="0"/>
              <a:buChar char="•"/>
            </a:pPr>
            <a:endParaRPr lang="en-US" sz="3200" dirty="0">
              <a:solidFill>
                <a:srgbClr val="524C4C"/>
              </a:solidFill>
              <a:latin typeface="Lora"/>
            </a:endParaRPr>
          </a:p>
        </p:txBody>
      </p:sp>
      <p:grpSp>
        <p:nvGrpSpPr>
          <p:cNvPr id="2" name="Group 1"/>
          <p:cNvGrpSpPr/>
          <p:nvPr/>
        </p:nvGrpSpPr>
        <p:grpSpPr>
          <a:xfrm>
            <a:off x="11353800" y="8801100"/>
            <a:ext cx="7661853" cy="909708"/>
            <a:chOff x="11353800" y="8801100"/>
            <a:chExt cx="7661853" cy="909708"/>
          </a:xfrm>
        </p:grpSpPr>
        <p:sp>
          <p:nvSpPr>
            <p:cNvPr id="9" name="AutoShape 3"/>
            <p:cNvSpPr/>
            <p:nvPr/>
          </p:nvSpPr>
          <p:spPr>
            <a:xfrm>
              <a:off x="16459199" y="8801100"/>
              <a:ext cx="909709" cy="909708"/>
            </a:xfrm>
            <a:prstGeom prst="rect">
              <a:avLst/>
            </a:prstGeom>
            <a:solidFill>
              <a:srgbClr val="C0E1E1"/>
            </a:solidFill>
          </p:spPr>
          <p:txBody>
            <a:bodyPr anchor="ctr"/>
            <a:lstStyle/>
            <a:p>
              <a:pPr algn="ctr"/>
              <a:r>
                <a:rPr lang="en-US" sz="4000" dirty="0">
                  <a:latin typeface="Times New Roman" panose="02020603050405020304" pitchFamily="18" charset="0"/>
                  <a:cs typeface="Times New Roman" panose="02020603050405020304" pitchFamily="18" charset="0"/>
                </a:rPr>
                <a:t>4</a:t>
              </a:r>
            </a:p>
          </p:txBody>
        </p:sp>
        <p:sp>
          <p:nvSpPr>
            <p:cNvPr id="10" name="TextBox 4"/>
            <p:cNvSpPr txBox="1"/>
            <p:nvPr/>
          </p:nvSpPr>
          <p:spPr>
            <a:xfrm>
              <a:off x="11353800" y="9304735"/>
              <a:ext cx="7661853" cy="406073"/>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1</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Giới thiệu</a:t>
              </a:r>
              <a:endParaRPr lang="en-US" sz="2400" spc="288" dirty="0">
                <a:solidFill>
                  <a:srgbClr val="524C4C"/>
                </a:solidFill>
                <a:latin typeface="Lora"/>
              </a:endParaRPr>
            </a:p>
          </p:txBody>
        </p:sp>
      </p:grpSp>
      <p:grpSp>
        <p:nvGrpSpPr>
          <p:cNvPr id="16" name="Group 15"/>
          <p:cNvGrpSpPr/>
          <p:nvPr/>
        </p:nvGrpSpPr>
        <p:grpSpPr>
          <a:xfrm>
            <a:off x="14706600" y="-1528108"/>
            <a:ext cx="4510660" cy="5438771"/>
            <a:chOff x="14706600" y="-1528108"/>
            <a:chExt cx="4510660" cy="5438771"/>
          </a:xfrm>
        </p:grpSpPr>
        <p:sp>
          <p:nvSpPr>
            <p:cNvPr id="12" name="AutoShape 4"/>
            <p:cNvSpPr/>
            <p:nvPr/>
          </p:nvSpPr>
          <p:spPr>
            <a:xfrm>
              <a:off x="14706600" y="2619955"/>
              <a:ext cx="1290708" cy="1290708"/>
            </a:xfrm>
            <a:prstGeom prst="rect">
              <a:avLst/>
            </a:prstGeom>
            <a:solidFill>
              <a:srgbClr val="C0E1E1"/>
            </a:solidFill>
          </p:spPr>
        </p:sp>
        <p:sp>
          <p:nvSpPr>
            <p:cNvPr id="11" name="Freeform 4"/>
            <p:cNvSpPr/>
            <p:nvPr/>
          </p:nvSpPr>
          <p:spPr>
            <a:xfrm>
              <a:off x="15197426" y="-1528108"/>
              <a:ext cx="4019834" cy="4793417"/>
            </a:xfrm>
            <a:custGeom>
              <a:avLst/>
              <a:gdLst/>
              <a:ahLst/>
              <a:cxnLst/>
              <a:rect l="l" t="t" r="r" b="b"/>
              <a:pathLst>
                <a:path w="5348398" h="6377653">
                  <a:moveTo>
                    <a:pt x="0" y="0"/>
                  </a:moveTo>
                  <a:lnTo>
                    <a:pt x="0" y="6377653"/>
                  </a:lnTo>
                  <a:lnTo>
                    <a:pt x="5348398" y="6377653"/>
                  </a:lnTo>
                  <a:lnTo>
                    <a:pt x="5348398" y="0"/>
                  </a:lnTo>
                  <a:lnTo>
                    <a:pt x="0" y="0"/>
                  </a:lnTo>
                  <a:close/>
                  <a:moveTo>
                    <a:pt x="5287437" y="6316694"/>
                  </a:moveTo>
                  <a:lnTo>
                    <a:pt x="59690" y="6316694"/>
                  </a:lnTo>
                  <a:lnTo>
                    <a:pt x="59690" y="59690"/>
                  </a:lnTo>
                  <a:lnTo>
                    <a:pt x="5287437" y="59690"/>
                  </a:lnTo>
                  <a:lnTo>
                    <a:pt x="5287437" y="6316694"/>
                  </a:lnTo>
                  <a:close/>
                </a:path>
              </a:pathLst>
            </a:custGeom>
            <a:solidFill>
              <a:srgbClr val="524C4C"/>
            </a:solidFill>
          </p:spPr>
        </p:sp>
      </p:grpSp>
      <p:sp>
        <p:nvSpPr>
          <p:cNvPr id="4" name="TextBox 3"/>
          <p:cNvSpPr txBox="1"/>
          <p:nvPr/>
        </p:nvSpPr>
        <p:spPr>
          <a:xfrm>
            <a:off x="6477000" y="6591300"/>
            <a:ext cx="3962400" cy="1447800"/>
          </a:xfrm>
          <a:prstGeom prst="rect">
            <a:avLst/>
          </a:prstGeom>
          <a:noFill/>
        </p:spPr>
        <p:txBody>
          <a:bodyPr wrap="square" rtlCol="0">
            <a:spAutoFit/>
          </a:bodyPr>
          <a:lstStyle/>
          <a:p>
            <a:endParaRPr lang="en-US" dirty="0"/>
          </a:p>
        </p:txBody>
      </p:sp>
      <p:pic>
        <p:nvPicPr>
          <p:cNvPr id="13" name="Picture 12"/>
          <p:cNvPicPr>
            <a:picLocks noChangeAspect="1"/>
          </p:cNvPicPr>
          <p:nvPr/>
        </p:nvPicPr>
        <p:blipFill>
          <a:blip r:embed="rId3"/>
          <a:stretch>
            <a:fillRect/>
          </a:stretch>
        </p:blipFill>
        <p:spPr>
          <a:xfrm>
            <a:off x="1566571" y="5846474"/>
            <a:ext cx="9900762" cy="3371380"/>
          </a:xfrm>
          <a:prstGeom prst="rect">
            <a:avLst/>
          </a:prstGeom>
        </p:spPr>
      </p:pic>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5999" y="-951820"/>
            <a:ext cx="5671939" cy="4253954"/>
          </a:xfrm>
          <a:prstGeom prst="rect">
            <a:avLst/>
          </a:prstGeom>
        </p:spPr>
      </p:pic>
      <p:pic>
        <p:nvPicPr>
          <p:cNvPr id="15"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21362" y="5199658"/>
            <a:ext cx="3042761" cy="304276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sp>
        <p:nvSpPr>
          <p:cNvPr id="2" name="AutoShape 2"/>
          <p:cNvSpPr/>
          <p:nvPr/>
        </p:nvSpPr>
        <p:spPr>
          <a:xfrm>
            <a:off x="10467723" y="1468508"/>
            <a:ext cx="3821776" cy="9313792"/>
          </a:xfrm>
          <a:prstGeom prst="rect">
            <a:avLst/>
          </a:prstGeom>
          <a:solidFill>
            <a:srgbClr val="C0E1E1"/>
          </a:solidFill>
        </p:spPr>
      </p:sp>
      <p:grpSp>
        <p:nvGrpSpPr>
          <p:cNvPr id="8" name="Group 7"/>
          <p:cNvGrpSpPr/>
          <p:nvPr/>
        </p:nvGrpSpPr>
        <p:grpSpPr>
          <a:xfrm>
            <a:off x="12976749" y="0"/>
            <a:ext cx="5311252" cy="5981700"/>
            <a:chOff x="10715666" y="1949832"/>
            <a:chExt cx="5748516" cy="6692135"/>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75324" y="2165845"/>
              <a:ext cx="5029200" cy="6286500"/>
            </a:xfrm>
            <a:prstGeom prst="rect">
              <a:avLst/>
            </a:prstGeom>
          </p:spPr>
        </p:pic>
        <p:grpSp>
          <p:nvGrpSpPr>
            <p:cNvPr id="11" name="Group 3"/>
            <p:cNvGrpSpPr/>
            <p:nvPr/>
          </p:nvGrpSpPr>
          <p:grpSpPr>
            <a:xfrm>
              <a:off x="10715666" y="1949832"/>
              <a:ext cx="5748516" cy="6692135"/>
              <a:chOff x="0" y="0"/>
              <a:chExt cx="7648415" cy="8903902"/>
            </a:xfrm>
          </p:grpSpPr>
          <p:sp>
            <p:nvSpPr>
              <p:cNvPr id="12" name="Freeform 4"/>
              <p:cNvSpPr/>
              <p:nvPr/>
            </p:nvSpPr>
            <p:spPr>
              <a:xfrm>
                <a:off x="0" y="0"/>
                <a:ext cx="7648415" cy="8903902"/>
              </a:xfrm>
              <a:custGeom>
                <a:avLst/>
                <a:gdLst/>
                <a:ahLst/>
                <a:cxnLst/>
                <a:rect l="l" t="t" r="r" b="b"/>
                <a:pathLst>
                  <a:path w="7648415" h="8903902">
                    <a:moveTo>
                      <a:pt x="0" y="0"/>
                    </a:moveTo>
                    <a:lnTo>
                      <a:pt x="0" y="8903902"/>
                    </a:lnTo>
                    <a:lnTo>
                      <a:pt x="7648415" y="8903902"/>
                    </a:lnTo>
                    <a:lnTo>
                      <a:pt x="7648415" y="0"/>
                    </a:lnTo>
                    <a:lnTo>
                      <a:pt x="0" y="0"/>
                    </a:lnTo>
                    <a:close/>
                    <a:moveTo>
                      <a:pt x="7587455" y="8842942"/>
                    </a:moveTo>
                    <a:lnTo>
                      <a:pt x="59690" y="8842942"/>
                    </a:lnTo>
                    <a:lnTo>
                      <a:pt x="59690" y="59690"/>
                    </a:lnTo>
                    <a:lnTo>
                      <a:pt x="7587455" y="59690"/>
                    </a:lnTo>
                    <a:lnTo>
                      <a:pt x="7587455" y="8842942"/>
                    </a:lnTo>
                    <a:close/>
                  </a:path>
                </a:pathLst>
              </a:custGeom>
              <a:solidFill>
                <a:srgbClr val="524C4C"/>
              </a:solidFill>
            </p:spPr>
          </p:sp>
        </p:grpSp>
      </p:grpSp>
      <p:grpSp>
        <p:nvGrpSpPr>
          <p:cNvPr id="25" name="Group 24"/>
          <p:cNvGrpSpPr/>
          <p:nvPr/>
        </p:nvGrpSpPr>
        <p:grpSpPr>
          <a:xfrm>
            <a:off x="2226326" y="654967"/>
            <a:ext cx="5257800" cy="1251795"/>
            <a:chOff x="1001062" y="1003418"/>
            <a:chExt cx="5257800" cy="1251795"/>
          </a:xfrm>
        </p:grpSpPr>
        <p:grpSp>
          <p:nvGrpSpPr>
            <p:cNvPr id="5" name="Group 5"/>
            <p:cNvGrpSpPr/>
            <p:nvPr/>
          </p:nvGrpSpPr>
          <p:grpSpPr>
            <a:xfrm>
              <a:off x="1152524" y="1003418"/>
              <a:ext cx="4972049" cy="1251795"/>
              <a:chOff x="-360041" y="-1566079"/>
              <a:chExt cx="12529235" cy="5582279"/>
            </a:xfrm>
          </p:grpSpPr>
          <p:sp>
            <p:nvSpPr>
              <p:cNvPr id="6" name="TextBox 6"/>
              <p:cNvSpPr txBox="1"/>
              <p:nvPr/>
            </p:nvSpPr>
            <p:spPr>
              <a:xfrm>
                <a:off x="0" y="1365901"/>
                <a:ext cx="9473326" cy="2650299"/>
              </a:xfrm>
              <a:prstGeom prst="rect">
                <a:avLst/>
              </a:prstGeom>
            </p:spPr>
            <p:txBody>
              <a:bodyPr lIns="0" tIns="0" rIns="0" bIns="0" rtlCol="0" anchor="t">
                <a:spAutoFit/>
              </a:bodyPr>
              <a:lstStyle/>
              <a:p>
                <a:pPr>
                  <a:lnSpc>
                    <a:spcPts val="15450"/>
                  </a:lnSpc>
                </a:pPr>
                <a:endParaRPr lang="en-US" sz="15000" spc="-44" dirty="0">
                  <a:solidFill>
                    <a:srgbClr val="524C4C"/>
                  </a:solidFill>
                  <a:latin typeface="Lora"/>
                </a:endParaRPr>
              </a:p>
            </p:txBody>
          </p:sp>
          <p:sp>
            <p:nvSpPr>
              <p:cNvPr id="9" name="TextBox 9"/>
              <p:cNvSpPr txBox="1"/>
              <p:nvPr/>
            </p:nvSpPr>
            <p:spPr>
              <a:xfrm>
                <a:off x="-360041" y="-1566079"/>
                <a:ext cx="12529235" cy="3149898"/>
              </a:xfrm>
              <a:prstGeom prst="rect">
                <a:avLst/>
              </a:prstGeom>
            </p:spPr>
            <p:txBody>
              <a:bodyPr wrap="square" lIns="0" tIns="0" rIns="0" bIns="0" rtlCol="0" anchor="t">
                <a:spAutoFit/>
              </a:bodyPr>
              <a:lstStyle/>
              <a:p>
                <a:pPr algn="just">
                  <a:lnSpc>
                    <a:spcPts val="5040"/>
                  </a:lnSpc>
                </a:pPr>
                <a:r>
                  <a:rPr lang="en-US" sz="7500" spc="36" dirty="0" smtClean="0">
                    <a:latin typeface="Arial" panose="020B0604020202020204" pitchFamily="34" charset="0"/>
                    <a:cs typeface="Arial" panose="020B0604020202020204" pitchFamily="34" charset="0"/>
                  </a:rPr>
                  <a:t>Tiềm năng</a:t>
                </a:r>
                <a:endParaRPr lang="en-US" sz="7500" spc="36" dirty="0">
                  <a:latin typeface="Arial" panose="020B0604020202020204" pitchFamily="34" charset="0"/>
                  <a:cs typeface="Arial" panose="020B0604020202020204" pitchFamily="34" charset="0"/>
                </a:endParaRPr>
              </a:p>
            </p:txBody>
          </p:sp>
        </p:grpSp>
        <p:sp>
          <p:nvSpPr>
            <p:cNvPr id="16" name="AutoShape 7"/>
            <p:cNvSpPr/>
            <p:nvPr/>
          </p:nvSpPr>
          <p:spPr>
            <a:xfrm>
              <a:off x="1001062" y="1764017"/>
              <a:ext cx="5257800" cy="45719"/>
            </a:xfrm>
            <a:prstGeom prst="rect">
              <a:avLst/>
            </a:prstGeom>
            <a:solidFill>
              <a:srgbClr val="524C4C"/>
            </a:solidFill>
          </p:spPr>
        </p:sp>
      </p:grpSp>
      <p:grpSp>
        <p:nvGrpSpPr>
          <p:cNvPr id="7" name="Group 6"/>
          <p:cNvGrpSpPr/>
          <p:nvPr/>
        </p:nvGrpSpPr>
        <p:grpSpPr>
          <a:xfrm>
            <a:off x="11353800" y="8801100"/>
            <a:ext cx="7661853" cy="909708"/>
            <a:chOff x="11353800" y="8801100"/>
            <a:chExt cx="7661853" cy="909708"/>
          </a:xfrm>
        </p:grpSpPr>
        <p:sp>
          <p:nvSpPr>
            <p:cNvPr id="15" name="AutoShape 3"/>
            <p:cNvSpPr/>
            <p:nvPr/>
          </p:nvSpPr>
          <p:spPr>
            <a:xfrm>
              <a:off x="16459199" y="8801100"/>
              <a:ext cx="909709" cy="909708"/>
            </a:xfrm>
            <a:prstGeom prst="rect">
              <a:avLst/>
            </a:prstGeom>
            <a:solidFill>
              <a:srgbClr val="C0E1E1"/>
            </a:solidFill>
          </p:spPr>
          <p:txBody>
            <a:bodyPr anchor="ctr"/>
            <a:lstStyle/>
            <a:p>
              <a:pPr algn="ctr"/>
              <a:r>
                <a:rPr lang="en-US" sz="4000" dirty="0">
                  <a:latin typeface="Times New Roman" panose="02020603050405020304" pitchFamily="18" charset="0"/>
                  <a:cs typeface="Times New Roman" panose="02020603050405020304" pitchFamily="18" charset="0"/>
                </a:rPr>
                <a:t>5</a:t>
              </a:r>
            </a:p>
          </p:txBody>
        </p:sp>
        <p:sp>
          <p:nvSpPr>
            <p:cNvPr id="17" name="TextBox 4"/>
            <p:cNvSpPr txBox="1"/>
            <p:nvPr/>
          </p:nvSpPr>
          <p:spPr>
            <a:xfrm>
              <a:off x="11353800" y="9304735"/>
              <a:ext cx="7661853" cy="406073"/>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1</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Giới thiệu</a:t>
              </a:r>
              <a:endParaRPr lang="en-US" sz="2400" spc="288" dirty="0">
                <a:solidFill>
                  <a:srgbClr val="524C4C"/>
                </a:solidFill>
                <a:latin typeface="Lora"/>
              </a:endParaRPr>
            </a:p>
          </p:txBody>
        </p:sp>
      </p:grpSp>
      <p:sp>
        <p:nvSpPr>
          <p:cNvPr id="18" name="TextBox 2"/>
          <p:cNvSpPr txBox="1"/>
          <p:nvPr/>
        </p:nvSpPr>
        <p:spPr>
          <a:xfrm>
            <a:off x="34033" y="1518044"/>
            <a:ext cx="8975798" cy="3193182"/>
          </a:xfrm>
          <a:prstGeom prst="rect">
            <a:avLst/>
          </a:prstGeom>
        </p:spPr>
        <p:txBody>
          <a:bodyPr lIns="0" tIns="0" rIns="0" bIns="0" rtlCol="0" anchor="t">
            <a:spAutoFit/>
          </a:bodyPr>
          <a:lstStyle/>
          <a:p>
            <a:pPr marL="571500" indent="-571500" algn="just">
              <a:lnSpc>
                <a:spcPts val="8250"/>
              </a:lnSpc>
              <a:buFont typeface="Arial" panose="020B0604020202020204" pitchFamily="34" charset="0"/>
              <a:buChar char="•"/>
            </a:pPr>
            <a:r>
              <a:rPr lang="en-US" sz="4000" dirty="0" smtClean="0">
                <a:latin typeface="Arial" panose="020B0604020202020204" pitchFamily="34" charset="0"/>
                <a:cs typeface="Arial" panose="020B0604020202020204" pitchFamily="34" charset="0"/>
              </a:rPr>
              <a:t>N</a:t>
            </a:r>
            <a:r>
              <a:rPr lang="vi-VN" sz="4000" dirty="0" smtClean="0">
                <a:latin typeface="Arial" panose="020B0604020202020204" pitchFamily="34" charset="0"/>
                <a:cs typeface="Arial" panose="020B0604020202020204" pitchFamily="34" charset="0"/>
              </a:rPr>
              <a:t>hu </a:t>
            </a:r>
            <a:r>
              <a:rPr lang="vi-VN" sz="4000" dirty="0">
                <a:latin typeface="Arial" panose="020B0604020202020204" pitchFamily="34" charset="0"/>
                <a:cs typeface="Arial" panose="020B0604020202020204" pitchFamily="34" charset="0"/>
              </a:rPr>
              <a:t>cầu về </a:t>
            </a:r>
            <a:r>
              <a:rPr lang="vi-VN" sz="4000" dirty="0" smtClean="0">
                <a:latin typeface="Arial" panose="020B0604020202020204" pitchFamily="34" charset="0"/>
                <a:cs typeface="Arial" panose="020B0604020202020204" pitchFamily="34" charset="0"/>
              </a:rPr>
              <a:t>du lịch</a:t>
            </a:r>
            <a:r>
              <a:rPr lang="en-US" sz="4000" dirty="0">
                <a:latin typeface="Arial" panose="020B0604020202020204" pitchFamily="34" charset="0"/>
                <a:cs typeface="Arial" panose="020B0604020202020204" pitchFamily="34" charset="0"/>
              </a:rPr>
              <a:t> </a:t>
            </a:r>
            <a:r>
              <a:rPr lang="vi-VN" sz="4000" dirty="0" smtClean="0">
                <a:latin typeface="Arial" panose="020B0604020202020204" pitchFamily="34" charset="0"/>
                <a:cs typeface="Arial" panose="020B0604020202020204" pitchFamily="34" charset="0"/>
              </a:rPr>
              <a:t>và </a:t>
            </a:r>
            <a:r>
              <a:rPr lang="vi-VN" sz="4000" dirty="0">
                <a:latin typeface="Arial" panose="020B0604020202020204" pitchFamily="34" charset="0"/>
                <a:cs typeface="Arial" panose="020B0604020202020204" pitchFamily="34" charset="0"/>
              </a:rPr>
              <a:t>nghỉ </a:t>
            </a:r>
            <a:r>
              <a:rPr lang="vi-VN" sz="4000" dirty="0" smtClean="0">
                <a:latin typeface="Arial" panose="020B0604020202020204" pitchFamily="34" charset="0"/>
                <a:cs typeface="Arial" panose="020B0604020202020204" pitchFamily="34" charset="0"/>
              </a:rPr>
              <a:t>dưỡng</a:t>
            </a:r>
            <a:r>
              <a:rPr lang="en-US" sz="4000" dirty="0" smtClean="0">
                <a:latin typeface="Arial" panose="020B0604020202020204" pitchFamily="34" charset="0"/>
                <a:cs typeface="Arial" panose="020B0604020202020204" pitchFamily="34" charset="0"/>
              </a:rPr>
              <a:t>.</a:t>
            </a:r>
          </a:p>
          <a:p>
            <a:pPr marL="571500" indent="-571500" algn="just">
              <a:lnSpc>
                <a:spcPts val="8250"/>
              </a:lnSpc>
              <a:buFont typeface="Arial" panose="020B0604020202020204" pitchFamily="34" charset="0"/>
              <a:buChar char="•"/>
            </a:pPr>
            <a:r>
              <a:rPr lang="en-US" sz="4000" dirty="0" smtClean="0">
                <a:latin typeface="Arial" panose="020B0604020202020204" pitchFamily="34" charset="0"/>
                <a:cs typeface="Arial" panose="020B0604020202020204" pitchFamily="34" charset="0"/>
              </a:rPr>
              <a:t>Ứng dụng chính thống, uy tín.</a:t>
            </a:r>
          </a:p>
          <a:p>
            <a:pPr marL="571500" indent="-571500" algn="just">
              <a:lnSpc>
                <a:spcPts val="8250"/>
              </a:lnSpc>
              <a:buFont typeface="Arial" panose="020B0604020202020204" pitchFamily="34" charset="0"/>
              <a:buChar char="•"/>
            </a:pPr>
            <a:endParaRPr lang="en-US" sz="4000" dirty="0">
              <a:solidFill>
                <a:srgbClr val="524C4C"/>
              </a:solidFill>
              <a:latin typeface="Times New Roman" panose="02020603050405020304" pitchFamily="18" charset="0"/>
              <a:cs typeface="Times New Roman" panose="02020603050405020304" pitchFamily="18" charset="0"/>
            </a:endParaRPr>
          </a:p>
        </p:txBody>
      </p:sp>
      <p:sp>
        <p:nvSpPr>
          <p:cNvPr id="20" name="AutoShape 5"/>
          <p:cNvSpPr/>
          <p:nvPr/>
        </p:nvSpPr>
        <p:spPr>
          <a:xfrm>
            <a:off x="4998960" y="4305300"/>
            <a:ext cx="3773101" cy="8144430"/>
          </a:xfrm>
          <a:prstGeom prst="rect">
            <a:avLst/>
          </a:prstGeom>
          <a:solidFill>
            <a:srgbClr val="C0E1E1"/>
          </a:solidFill>
        </p:spPr>
      </p:sp>
      <p:grpSp>
        <p:nvGrpSpPr>
          <p:cNvPr id="24" name="Group 23"/>
          <p:cNvGrpSpPr/>
          <p:nvPr/>
        </p:nvGrpSpPr>
        <p:grpSpPr>
          <a:xfrm>
            <a:off x="416882" y="5258206"/>
            <a:ext cx="6324598" cy="4410819"/>
            <a:chOff x="661925" y="4865857"/>
            <a:chExt cx="6324598" cy="4410819"/>
          </a:xfrm>
        </p:grpSpPr>
        <p:pic>
          <p:nvPicPr>
            <p:cNvPr id="21" name="Picture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6682" y="5181382"/>
              <a:ext cx="5675574" cy="3505255"/>
            </a:xfrm>
            <a:prstGeom prst="rect">
              <a:avLst/>
            </a:prstGeom>
          </p:spPr>
        </p:pic>
        <p:sp>
          <p:nvSpPr>
            <p:cNvPr id="22" name="Freeform 4"/>
            <p:cNvSpPr/>
            <p:nvPr/>
          </p:nvSpPr>
          <p:spPr>
            <a:xfrm rot="5400000">
              <a:off x="1618814" y="3908968"/>
              <a:ext cx="4410819" cy="6324598"/>
            </a:xfrm>
            <a:custGeom>
              <a:avLst/>
              <a:gdLst/>
              <a:ahLst/>
              <a:cxnLst/>
              <a:rect l="l" t="t" r="r" b="b"/>
              <a:pathLst>
                <a:path w="7648415" h="8903902">
                  <a:moveTo>
                    <a:pt x="0" y="0"/>
                  </a:moveTo>
                  <a:lnTo>
                    <a:pt x="0" y="8903902"/>
                  </a:lnTo>
                  <a:lnTo>
                    <a:pt x="7648415" y="8903902"/>
                  </a:lnTo>
                  <a:lnTo>
                    <a:pt x="7648415" y="0"/>
                  </a:lnTo>
                  <a:lnTo>
                    <a:pt x="0" y="0"/>
                  </a:lnTo>
                  <a:close/>
                  <a:moveTo>
                    <a:pt x="7587455" y="8842942"/>
                  </a:moveTo>
                  <a:lnTo>
                    <a:pt x="59690" y="8842942"/>
                  </a:lnTo>
                  <a:lnTo>
                    <a:pt x="59690" y="59690"/>
                  </a:lnTo>
                  <a:lnTo>
                    <a:pt x="7587455" y="59690"/>
                  </a:lnTo>
                  <a:lnTo>
                    <a:pt x="7587455" y="8842942"/>
                  </a:lnTo>
                  <a:close/>
                </a:path>
              </a:pathLst>
            </a:custGeom>
            <a:solidFill>
              <a:srgbClr val="524C4C"/>
            </a:solidFill>
          </p:spPr>
        </p:sp>
      </p:grpSp>
      <p:grpSp>
        <p:nvGrpSpPr>
          <p:cNvPr id="13" name="Group 12"/>
          <p:cNvGrpSpPr/>
          <p:nvPr/>
        </p:nvGrpSpPr>
        <p:grpSpPr>
          <a:xfrm>
            <a:off x="7124328" y="3673901"/>
            <a:ext cx="5370473" cy="6323453"/>
            <a:chOff x="4788624" y="2994706"/>
            <a:chExt cx="5622242" cy="6692135"/>
          </a:xfrm>
        </p:grpSpPr>
        <p:grpSp>
          <p:nvGrpSpPr>
            <p:cNvPr id="3" name="Group 3"/>
            <p:cNvGrpSpPr/>
            <p:nvPr/>
          </p:nvGrpSpPr>
          <p:grpSpPr>
            <a:xfrm>
              <a:off x="4788624" y="2994706"/>
              <a:ext cx="5622242" cy="6692135"/>
              <a:chOff x="0" y="0"/>
              <a:chExt cx="7648415" cy="8903902"/>
            </a:xfrm>
          </p:grpSpPr>
          <p:sp>
            <p:nvSpPr>
              <p:cNvPr id="4" name="Freeform 4"/>
              <p:cNvSpPr/>
              <p:nvPr/>
            </p:nvSpPr>
            <p:spPr>
              <a:xfrm>
                <a:off x="0" y="0"/>
                <a:ext cx="7648415" cy="8903902"/>
              </a:xfrm>
              <a:custGeom>
                <a:avLst/>
                <a:gdLst/>
                <a:ahLst/>
                <a:cxnLst/>
                <a:rect l="l" t="t" r="r" b="b"/>
                <a:pathLst>
                  <a:path w="7648415" h="8903902">
                    <a:moveTo>
                      <a:pt x="0" y="0"/>
                    </a:moveTo>
                    <a:lnTo>
                      <a:pt x="0" y="8903902"/>
                    </a:lnTo>
                    <a:lnTo>
                      <a:pt x="7648415" y="8903902"/>
                    </a:lnTo>
                    <a:lnTo>
                      <a:pt x="7648415" y="0"/>
                    </a:lnTo>
                    <a:lnTo>
                      <a:pt x="0" y="0"/>
                    </a:lnTo>
                    <a:close/>
                    <a:moveTo>
                      <a:pt x="7587455" y="8842942"/>
                    </a:moveTo>
                    <a:lnTo>
                      <a:pt x="59690" y="8842942"/>
                    </a:lnTo>
                    <a:lnTo>
                      <a:pt x="59690" y="59690"/>
                    </a:lnTo>
                    <a:lnTo>
                      <a:pt x="7587455" y="59690"/>
                    </a:lnTo>
                    <a:lnTo>
                      <a:pt x="7587455" y="8842942"/>
                    </a:lnTo>
                    <a:close/>
                  </a:path>
                </a:pathLst>
              </a:custGeom>
              <a:solidFill>
                <a:srgbClr val="524C4C"/>
              </a:solidFill>
            </p:spPr>
          </p:sp>
        </p:grpSp>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55859" y="3248109"/>
              <a:ext cx="5147749" cy="6010191"/>
            </a:xfrm>
            <a:prstGeom prst="rect">
              <a:avLst/>
            </a:prstGeom>
          </p:spPr>
        </p:pic>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grpSp>
        <p:nvGrpSpPr>
          <p:cNvPr id="5" name="Group 5"/>
          <p:cNvGrpSpPr/>
          <p:nvPr/>
        </p:nvGrpSpPr>
        <p:grpSpPr>
          <a:xfrm>
            <a:off x="3200400" y="647700"/>
            <a:ext cx="12008078" cy="2199695"/>
            <a:chOff x="-3268723" y="565548"/>
            <a:chExt cx="16010771" cy="2932927"/>
          </a:xfrm>
        </p:grpSpPr>
        <p:sp>
          <p:nvSpPr>
            <p:cNvPr id="6" name="AutoShape 6"/>
            <p:cNvSpPr/>
            <p:nvPr/>
          </p:nvSpPr>
          <p:spPr>
            <a:xfrm>
              <a:off x="-3268723" y="565548"/>
              <a:ext cx="16010771" cy="2924504"/>
            </a:xfrm>
            <a:prstGeom prst="rect">
              <a:avLst/>
            </a:prstGeom>
            <a:solidFill>
              <a:srgbClr val="FAF8F8"/>
            </a:solidFill>
          </p:spPr>
        </p:sp>
        <p:sp>
          <p:nvSpPr>
            <p:cNvPr id="7" name="TextBox 7"/>
            <p:cNvSpPr txBox="1"/>
            <p:nvPr/>
          </p:nvSpPr>
          <p:spPr>
            <a:xfrm>
              <a:off x="-2624936" y="1303505"/>
              <a:ext cx="14723195" cy="1448588"/>
            </a:xfrm>
            <a:prstGeom prst="rect">
              <a:avLst/>
            </a:prstGeom>
          </p:spPr>
          <p:txBody>
            <a:bodyPr lIns="0" tIns="0" rIns="0" bIns="0" rtlCol="0" anchor="t">
              <a:spAutoFit/>
            </a:bodyPr>
            <a:lstStyle/>
            <a:p>
              <a:pPr algn="ctr">
                <a:lnSpc>
                  <a:spcPts val="8250"/>
                </a:lnSpc>
              </a:pPr>
              <a:r>
                <a:rPr lang="en-US" sz="7500" dirty="0" smtClean="0">
                  <a:solidFill>
                    <a:srgbClr val="524C4C"/>
                  </a:solidFill>
                  <a:latin typeface="Arial" panose="020B0604020202020204" pitchFamily="34" charset="0"/>
                  <a:cs typeface="Arial" panose="020B0604020202020204" pitchFamily="34" charset="0"/>
                </a:rPr>
                <a:t>Mục tiêu đề tài</a:t>
              </a:r>
              <a:endParaRPr lang="en-US" sz="7500" dirty="0">
                <a:solidFill>
                  <a:srgbClr val="524C4C"/>
                </a:solidFill>
                <a:latin typeface="Arial" panose="020B0604020202020204" pitchFamily="34" charset="0"/>
                <a:cs typeface="Arial" panose="020B0604020202020204" pitchFamily="34" charset="0"/>
              </a:endParaRPr>
            </a:p>
          </p:txBody>
        </p:sp>
        <p:sp>
          <p:nvSpPr>
            <p:cNvPr id="8" name="TextBox 8"/>
            <p:cNvSpPr txBox="1"/>
            <p:nvPr/>
          </p:nvSpPr>
          <p:spPr>
            <a:xfrm>
              <a:off x="896877" y="2743672"/>
              <a:ext cx="9473326" cy="754803"/>
            </a:xfrm>
            <a:prstGeom prst="rect">
              <a:avLst/>
            </a:prstGeom>
          </p:spPr>
          <p:txBody>
            <a:bodyPr lIns="0" tIns="0" rIns="0" bIns="0" rtlCol="0" anchor="t">
              <a:spAutoFit/>
            </a:bodyPr>
            <a:lstStyle/>
            <a:p>
              <a:pPr>
                <a:lnSpc>
                  <a:spcPts val="4759"/>
                </a:lnSpc>
              </a:pPr>
              <a:endParaRPr lang="en-US" sz="3400" spc="17" dirty="0">
                <a:solidFill>
                  <a:srgbClr val="524C4C"/>
                </a:solidFill>
                <a:latin typeface="Lora Italics"/>
              </a:endParaRPr>
            </a:p>
          </p:txBody>
        </p:sp>
      </p:grpSp>
      <p:grpSp>
        <p:nvGrpSpPr>
          <p:cNvPr id="13" name="Group 12"/>
          <p:cNvGrpSpPr/>
          <p:nvPr/>
        </p:nvGrpSpPr>
        <p:grpSpPr>
          <a:xfrm>
            <a:off x="403038" y="3560294"/>
            <a:ext cx="7616713" cy="5204765"/>
            <a:chOff x="403038" y="3560294"/>
            <a:chExt cx="7616713" cy="5204765"/>
          </a:xfrm>
        </p:grpSpPr>
        <p:sp>
          <p:nvSpPr>
            <p:cNvPr id="3" name="Cloud 2"/>
            <p:cNvSpPr/>
            <p:nvPr/>
          </p:nvSpPr>
          <p:spPr>
            <a:xfrm rot="296245">
              <a:off x="403038" y="3560294"/>
              <a:ext cx="7616713" cy="5204765"/>
            </a:xfrm>
            <a:prstGeom prst="cloud">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676400" y="4331396"/>
              <a:ext cx="5486400" cy="4031873"/>
            </a:xfrm>
            <a:prstGeom prst="rect">
              <a:avLst/>
            </a:prstGeom>
            <a:noFill/>
          </p:spPr>
          <p:txBody>
            <a:bodyPr wrap="square" rtlCol="0">
              <a:spAutoFit/>
            </a:bodyPr>
            <a:lstStyle/>
            <a:p>
              <a:pPr algn="ctr"/>
              <a:r>
                <a:rPr lang="vi-VN" sz="3200" dirty="0">
                  <a:cs typeface="Times New Roman" panose="02020603050405020304" pitchFamily="18" charset="0"/>
                </a:rPr>
                <a:t>Xây dựng ứng dụng thương mại giúp </a:t>
              </a:r>
              <a:r>
                <a:rPr lang="en-US" sz="3200" dirty="0" smtClean="0">
                  <a:cs typeface="Times New Roman" panose="02020603050405020304" pitchFamily="18" charset="0"/>
                </a:rPr>
                <a:t>đối tác </a:t>
              </a:r>
              <a:r>
                <a:rPr lang="vi-VN" sz="3200" dirty="0" smtClean="0">
                  <a:cs typeface="Times New Roman" panose="02020603050405020304" pitchFamily="18" charset="0"/>
                </a:rPr>
                <a:t>dễ </a:t>
              </a:r>
              <a:r>
                <a:rPr lang="vi-VN" sz="3200" dirty="0">
                  <a:cs typeface="Times New Roman" panose="02020603050405020304" pitchFamily="18" charset="0"/>
                </a:rPr>
                <a:t>dàng kinh doanh và tiếp cận người </a:t>
              </a:r>
              <a:r>
                <a:rPr lang="vi-VN" sz="3200" dirty="0" smtClean="0">
                  <a:cs typeface="Times New Roman" panose="02020603050405020304" pitchFamily="18" charset="0"/>
                </a:rPr>
                <a:t>mua</a:t>
              </a:r>
              <a:r>
                <a:rPr lang="en-US" sz="3200" dirty="0" smtClean="0">
                  <a:cs typeface="Times New Roman" panose="02020603050405020304" pitchFamily="18" charset="0"/>
                </a:rPr>
                <a:t>.</a:t>
              </a:r>
            </a:p>
            <a:p>
              <a:pPr algn="ctr"/>
              <a:r>
                <a:rPr lang="en-US" sz="3200" dirty="0">
                  <a:cs typeface="Times New Roman" panose="02020603050405020304" pitchFamily="18" charset="0"/>
                </a:rPr>
                <a:t>C</a:t>
              </a:r>
              <a:r>
                <a:rPr lang="vi-VN" sz="3200" dirty="0" smtClean="0">
                  <a:cs typeface="Times New Roman" panose="02020603050405020304" pitchFamily="18" charset="0"/>
                </a:rPr>
                <a:t>ho </a:t>
              </a:r>
              <a:r>
                <a:rPr lang="vi-VN" sz="3200" dirty="0">
                  <a:cs typeface="Times New Roman" panose="02020603050405020304" pitchFamily="18" charset="0"/>
                </a:rPr>
                <a:t>phép khách hàng đặt vé qua </a:t>
              </a:r>
              <a:r>
                <a:rPr lang="en-US" sz="3200" dirty="0" smtClean="0">
                  <a:cs typeface="Times New Roman" panose="02020603050405020304" pitchFamily="18" charset="0"/>
                </a:rPr>
                <a:t>di động</a:t>
              </a:r>
              <a:r>
                <a:rPr lang="vi-VN" sz="3200" dirty="0" smtClean="0">
                  <a:cs typeface="Times New Roman" panose="02020603050405020304" pitchFamily="18" charset="0"/>
                </a:rPr>
                <a:t>, </a:t>
              </a:r>
              <a:r>
                <a:rPr lang="vi-VN" sz="3200" dirty="0">
                  <a:cs typeface="Times New Roman" panose="02020603050405020304" pitchFamily="18" charset="0"/>
                </a:rPr>
                <a:t>liên hệ và hỗ trợ trực tuyến</a:t>
              </a:r>
              <a:endParaRPr lang="en-US" sz="3200" dirty="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p:txBody>
        </p:sp>
      </p:grpSp>
      <p:grpSp>
        <p:nvGrpSpPr>
          <p:cNvPr id="9" name="Group 8"/>
          <p:cNvGrpSpPr/>
          <p:nvPr/>
        </p:nvGrpSpPr>
        <p:grpSpPr>
          <a:xfrm>
            <a:off x="10072504" y="3561298"/>
            <a:ext cx="7458259" cy="5128718"/>
            <a:chOff x="10072504" y="3561298"/>
            <a:chExt cx="7458259" cy="5128718"/>
          </a:xfrm>
        </p:grpSpPr>
        <p:sp>
          <p:nvSpPr>
            <p:cNvPr id="19" name="Cloud 18"/>
            <p:cNvSpPr/>
            <p:nvPr/>
          </p:nvSpPr>
          <p:spPr>
            <a:xfrm rot="759498">
              <a:off x="10072504" y="3561298"/>
              <a:ext cx="7458259" cy="5128718"/>
            </a:xfrm>
            <a:prstGeom prst="cloud">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10972800" y="5067300"/>
              <a:ext cx="5486400" cy="1569660"/>
            </a:xfrm>
            <a:prstGeom prst="rect">
              <a:avLst/>
            </a:prstGeom>
            <a:noFill/>
          </p:spPr>
          <p:txBody>
            <a:bodyPr wrap="square" rtlCol="0">
              <a:spAutoFit/>
            </a:bodyPr>
            <a:lstStyle/>
            <a:p>
              <a:pPr algn="ctr"/>
              <a:r>
                <a:rPr lang="vi-VN" sz="3200" dirty="0">
                  <a:cs typeface="Times New Roman" panose="02020603050405020304" pitchFamily="18" charset="0"/>
                </a:rPr>
                <a:t>Xây dựng website </a:t>
              </a:r>
              <a:r>
                <a:rPr lang="vi-VN" sz="3200" dirty="0" smtClean="0">
                  <a:cs typeface="Times New Roman" panose="02020603050405020304" pitchFamily="18" charset="0"/>
                </a:rPr>
                <a:t>quản </a:t>
              </a:r>
              <a:r>
                <a:rPr lang="vi-VN" sz="3200" dirty="0">
                  <a:cs typeface="Times New Roman" panose="02020603050405020304" pitchFamily="18" charset="0"/>
                </a:rPr>
                <a:t>lý các thông tin </a:t>
              </a:r>
              <a:r>
                <a:rPr lang="en-US" sz="3200" dirty="0" smtClean="0">
                  <a:cs typeface="Times New Roman" panose="02020603050405020304" pitchFamily="18" charset="0"/>
                </a:rPr>
                <a:t>và quản lý tour cho</a:t>
              </a:r>
              <a:r>
                <a:rPr lang="vi-VN" sz="3200" dirty="0" smtClean="0">
                  <a:cs typeface="Times New Roman" panose="02020603050405020304" pitchFamily="18" charset="0"/>
                </a:rPr>
                <a:t> </a:t>
              </a:r>
              <a:r>
                <a:rPr lang="vi-VN" sz="3200" dirty="0">
                  <a:cs typeface="Times New Roman" panose="02020603050405020304" pitchFamily="18" charset="0"/>
                </a:rPr>
                <a:t>người quản trị </a:t>
              </a:r>
              <a:r>
                <a:rPr lang="en-US" sz="3200" dirty="0" smtClean="0">
                  <a:cs typeface="Times New Roman" panose="02020603050405020304" pitchFamily="18" charset="0"/>
                </a:rPr>
                <a:t>.</a:t>
              </a:r>
              <a:endParaRPr lang="en-US" sz="3200" dirty="0">
                <a:cs typeface="Times New Roman" panose="02020603050405020304" pitchFamily="18" charset="0"/>
              </a:endParaRPr>
            </a:p>
          </p:txBody>
        </p:sp>
      </p:grpSp>
      <p:sp>
        <p:nvSpPr>
          <p:cNvPr id="14" name="Freeform 8"/>
          <p:cNvSpPr>
            <a:spLocks/>
          </p:cNvSpPr>
          <p:nvPr/>
        </p:nvSpPr>
        <p:spPr bwMode="gray">
          <a:xfrm>
            <a:off x="7667625" y="2841077"/>
            <a:ext cx="1123950" cy="1465842"/>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1"/>
              </a:gs>
              <a:gs pos="100000">
                <a:schemeClr val="accent1">
                  <a:gamma/>
                  <a:tint val="31765"/>
                  <a:invGamma/>
                </a:schemeClr>
              </a:gs>
            </a:gsLst>
            <a:lin ang="0" scaled="1"/>
          </a:gradFill>
          <a:ln>
            <a:solidFill>
              <a:schemeClr val="accent5">
                <a:lumMod val="75000"/>
              </a:schemeClr>
            </a:solidFill>
          </a:ln>
        </p:spPr>
        <p:txBody>
          <a:bodyPr/>
          <a:lstStyle/>
          <a:p>
            <a:pPr eaLnBrk="1" hangingPunct="1">
              <a:defRPr/>
            </a:pPr>
            <a:endParaRPr lang="en-US" sz="1013">
              <a:latin typeface="Times New Roman" panose="02020603050405020304" pitchFamily="18" charset="0"/>
              <a:cs typeface="Times New Roman" panose="02020603050405020304" pitchFamily="18" charset="0"/>
            </a:endParaRPr>
          </a:p>
        </p:txBody>
      </p:sp>
      <p:sp>
        <p:nvSpPr>
          <p:cNvPr id="15" name="Freeform 10"/>
          <p:cNvSpPr>
            <a:spLocks/>
          </p:cNvSpPr>
          <p:nvPr/>
        </p:nvSpPr>
        <p:spPr bwMode="gray">
          <a:xfrm flipH="1">
            <a:off x="9188337" y="2841077"/>
            <a:ext cx="1174862" cy="1465841"/>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1"/>
              </a:gs>
              <a:gs pos="100000">
                <a:schemeClr val="accent1">
                  <a:gamma/>
                  <a:tint val="31765"/>
                  <a:invGamma/>
                </a:schemeClr>
              </a:gs>
            </a:gsLst>
            <a:lin ang="0" scaled="1"/>
          </a:gradFill>
          <a:ln>
            <a:solidFill>
              <a:schemeClr val="accent5">
                <a:lumMod val="75000"/>
              </a:schemeClr>
            </a:solidFill>
          </a:ln>
        </p:spPr>
        <p:txBody>
          <a:bodyPr/>
          <a:lstStyle/>
          <a:p>
            <a:pPr eaLnBrk="1" hangingPunct="1">
              <a:defRPr/>
            </a:pPr>
            <a:endParaRPr lang="en-US" sz="1013">
              <a:latin typeface="Times New Roman" panose="02020603050405020304" pitchFamily="18" charset="0"/>
              <a:cs typeface="Times New Roman" panose="02020603050405020304" pitchFamily="18" charset="0"/>
            </a:endParaRPr>
          </a:p>
        </p:txBody>
      </p:sp>
      <p:sp>
        <p:nvSpPr>
          <p:cNvPr id="17" name="AutoShape 7"/>
          <p:cNvSpPr/>
          <p:nvPr/>
        </p:nvSpPr>
        <p:spPr>
          <a:xfrm flipV="1">
            <a:off x="5927838" y="2350445"/>
            <a:ext cx="6553200" cy="45719"/>
          </a:xfrm>
          <a:prstGeom prst="rect">
            <a:avLst/>
          </a:prstGeom>
          <a:solidFill>
            <a:srgbClr val="524C4C"/>
          </a:solidFill>
        </p:spPr>
      </p:sp>
      <p:grpSp>
        <p:nvGrpSpPr>
          <p:cNvPr id="2" name="Group 1"/>
          <p:cNvGrpSpPr/>
          <p:nvPr/>
        </p:nvGrpSpPr>
        <p:grpSpPr>
          <a:xfrm>
            <a:off x="11353800" y="8801100"/>
            <a:ext cx="7661853" cy="909708"/>
            <a:chOff x="11353800" y="8801100"/>
            <a:chExt cx="7661853" cy="909708"/>
          </a:xfrm>
        </p:grpSpPr>
        <p:sp>
          <p:nvSpPr>
            <p:cNvPr id="16" name="AutoShape 3"/>
            <p:cNvSpPr/>
            <p:nvPr/>
          </p:nvSpPr>
          <p:spPr>
            <a:xfrm>
              <a:off x="16459199" y="8801100"/>
              <a:ext cx="909709" cy="909708"/>
            </a:xfrm>
            <a:prstGeom prst="rect">
              <a:avLst/>
            </a:prstGeom>
            <a:solidFill>
              <a:schemeClr val="bg1"/>
            </a:solidFill>
          </p:spPr>
          <p:txBody>
            <a:bodyPr anchor="ctr"/>
            <a:lstStyle/>
            <a:p>
              <a:pPr algn="ctr"/>
              <a:r>
                <a:rPr lang="en-US" sz="4000" dirty="0" smtClean="0">
                  <a:latin typeface="Times New Roman" panose="02020603050405020304" pitchFamily="18" charset="0"/>
                  <a:cs typeface="Times New Roman" panose="02020603050405020304" pitchFamily="18" charset="0"/>
                </a:rPr>
                <a:t>6</a:t>
              </a:r>
              <a:endParaRPr lang="en-US" sz="4000" dirty="0">
                <a:latin typeface="Times New Roman" panose="02020603050405020304" pitchFamily="18" charset="0"/>
                <a:cs typeface="Times New Roman" panose="02020603050405020304" pitchFamily="18" charset="0"/>
              </a:endParaRPr>
            </a:p>
          </p:txBody>
        </p:sp>
        <p:sp>
          <p:nvSpPr>
            <p:cNvPr id="18" name="TextBox 4"/>
            <p:cNvSpPr txBox="1"/>
            <p:nvPr/>
          </p:nvSpPr>
          <p:spPr>
            <a:xfrm>
              <a:off x="11353800" y="9304735"/>
              <a:ext cx="7661853" cy="406073"/>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1</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Giới thiệu</a:t>
              </a:r>
              <a:endParaRPr lang="en-US" sz="2400" spc="288" dirty="0">
                <a:solidFill>
                  <a:srgbClr val="524C4C"/>
                </a:solidFill>
                <a:latin typeface="Lora"/>
              </a:endParaRP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sp>
        <p:nvSpPr>
          <p:cNvPr id="5" name="AutoShape 5"/>
          <p:cNvSpPr/>
          <p:nvPr/>
        </p:nvSpPr>
        <p:spPr>
          <a:xfrm>
            <a:off x="2446570" y="5231504"/>
            <a:ext cx="3505199" cy="3657600"/>
          </a:xfrm>
          <a:prstGeom prst="ellipse">
            <a:avLst/>
          </a:prstGeom>
          <a:solidFill>
            <a:srgbClr val="C0E1E1"/>
          </a:solidFill>
        </p:spPr>
        <p:txBody>
          <a:bodyPr anchor="ctr"/>
          <a:lstStyle/>
          <a:p>
            <a:pPr algn="ctr"/>
            <a:r>
              <a:rPr lang="en-US" sz="3200" dirty="0" smtClean="0">
                <a:latin typeface="Arial" panose="020B0604020202020204" pitchFamily="34" charset="0"/>
                <a:cs typeface="Arial" panose="020B0604020202020204" pitchFamily="34" charset="0"/>
              </a:rPr>
              <a:t>Khách hàng có tài khoản dạng đối tác</a:t>
            </a:r>
            <a:endParaRPr lang="en-US" sz="3200" dirty="0">
              <a:latin typeface="Arial" panose="020B0604020202020204" pitchFamily="34" charset="0"/>
              <a:cs typeface="Arial" panose="020B0604020202020204" pitchFamily="34" charset="0"/>
            </a:endParaRPr>
          </a:p>
        </p:txBody>
      </p:sp>
      <p:sp>
        <p:nvSpPr>
          <p:cNvPr id="6" name="AutoShape 6"/>
          <p:cNvSpPr/>
          <p:nvPr/>
        </p:nvSpPr>
        <p:spPr>
          <a:xfrm>
            <a:off x="4880885" y="2016244"/>
            <a:ext cx="10058400" cy="1283792"/>
          </a:xfrm>
          <a:prstGeom prst="rect">
            <a:avLst/>
          </a:prstGeom>
          <a:solidFill>
            <a:srgbClr val="C0E1E1"/>
          </a:solidFill>
        </p:spPr>
        <p:txBody>
          <a:bodyPr anchor="ctr"/>
          <a:lstStyle/>
          <a:p>
            <a:pPr algn="ctr"/>
            <a:r>
              <a:rPr lang="en-US" sz="5000" b="1" dirty="0" smtClean="0">
                <a:latin typeface="Arial" panose="020B0604020202020204" pitchFamily="34" charset="0"/>
                <a:cs typeface="Arial" panose="020B0604020202020204" pitchFamily="34" charset="0"/>
              </a:rPr>
              <a:t>Đối tượng sử dụng</a:t>
            </a:r>
            <a:endParaRPr lang="en-US" sz="5000" b="1" dirty="0">
              <a:latin typeface="Arial" panose="020B0604020202020204" pitchFamily="34" charset="0"/>
              <a:cs typeface="Arial" panose="020B0604020202020204" pitchFamily="34" charset="0"/>
            </a:endParaRPr>
          </a:p>
        </p:txBody>
      </p:sp>
      <p:grpSp>
        <p:nvGrpSpPr>
          <p:cNvPr id="12" name="Group 5"/>
          <p:cNvGrpSpPr/>
          <p:nvPr/>
        </p:nvGrpSpPr>
        <p:grpSpPr>
          <a:xfrm>
            <a:off x="1103444" y="619055"/>
            <a:ext cx="15183632" cy="1128065"/>
            <a:chOff x="647240" y="-3619654"/>
            <a:chExt cx="20244841" cy="1504088"/>
          </a:xfrm>
        </p:grpSpPr>
        <p:sp>
          <p:nvSpPr>
            <p:cNvPr id="13" name="TextBox 6"/>
            <p:cNvSpPr txBox="1"/>
            <p:nvPr/>
          </p:nvSpPr>
          <p:spPr>
            <a:xfrm>
              <a:off x="930182" y="-3619654"/>
              <a:ext cx="19961899" cy="1419193"/>
            </a:xfrm>
            <a:prstGeom prst="rect">
              <a:avLst/>
            </a:prstGeom>
          </p:spPr>
          <p:txBody>
            <a:bodyPr wrap="square" lIns="0" tIns="0" rIns="0" bIns="0" rtlCol="0" anchor="t">
              <a:spAutoFit/>
            </a:bodyPr>
            <a:lstStyle/>
            <a:p>
              <a:pPr>
                <a:lnSpc>
                  <a:spcPts val="8250"/>
                </a:lnSpc>
              </a:pPr>
              <a:r>
                <a:rPr lang="en-US" sz="7500" dirty="0" smtClean="0">
                  <a:latin typeface="Arial" panose="020B0604020202020204" pitchFamily="34" charset="0"/>
                  <a:cs typeface="Arial" panose="020B0604020202020204" pitchFamily="34" charset="0"/>
                </a:rPr>
                <a:t>Đối tượng và phạm vi nghiên cứu</a:t>
              </a:r>
              <a:endParaRPr lang="en-US" sz="7500" dirty="0">
                <a:latin typeface="Arial" panose="020B0604020202020204" pitchFamily="34" charset="0"/>
                <a:cs typeface="Arial" panose="020B0604020202020204" pitchFamily="34" charset="0"/>
              </a:endParaRPr>
            </a:p>
          </p:txBody>
        </p:sp>
        <p:sp>
          <p:nvSpPr>
            <p:cNvPr id="14" name="AutoShape 7"/>
            <p:cNvSpPr/>
            <p:nvPr/>
          </p:nvSpPr>
          <p:spPr>
            <a:xfrm flipV="1">
              <a:off x="647240" y="-2200462"/>
              <a:ext cx="19559939" cy="84896"/>
            </a:xfrm>
            <a:prstGeom prst="rect">
              <a:avLst/>
            </a:prstGeom>
            <a:solidFill>
              <a:srgbClr val="524C4C"/>
            </a:solidFill>
          </p:spPr>
        </p:sp>
      </p:grpSp>
      <p:sp>
        <p:nvSpPr>
          <p:cNvPr id="18" name="AutoShape 5"/>
          <p:cNvSpPr/>
          <p:nvPr/>
        </p:nvSpPr>
        <p:spPr>
          <a:xfrm>
            <a:off x="8157485" y="5260655"/>
            <a:ext cx="3505199" cy="3657600"/>
          </a:xfrm>
          <a:prstGeom prst="ellipse">
            <a:avLst/>
          </a:prstGeom>
          <a:solidFill>
            <a:srgbClr val="C0E1E1"/>
          </a:solidFill>
        </p:spPr>
        <p:txBody>
          <a:bodyPr anchor="ctr"/>
          <a:lstStyle/>
          <a:p>
            <a:pPr algn="ctr"/>
            <a:r>
              <a:rPr lang="en-US" sz="3200" dirty="0" smtClean="0">
                <a:latin typeface="Arial" panose="020B0604020202020204" pitchFamily="34" charset="0"/>
                <a:cs typeface="Arial" panose="020B0604020202020204" pitchFamily="34" charset="0"/>
              </a:rPr>
              <a:t>Khách hàng có tài khoản dạng người mua</a:t>
            </a:r>
            <a:endParaRPr lang="en-US" sz="3200" dirty="0">
              <a:latin typeface="Arial" panose="020B0604020202020204" pitchFamily="34" charset="0"/>
              <a:cs typeface="Arial" panose="020B0604020202020204" pitchFamily="34" charset="0"/>
            </a:endParaRPr>
          </a:p>
        </p:txBody>
      </p:sp>
      <p:sp>
        <p:nvSpPr>
          <p:cNvPr id="19" name="AutoShape 5"/>
          <p:cNvSpPr/>
          <p:nvPr/>
        </p:nvSpPr>
        <p:spPr>
          <a:xfrm>
            <a:off x="13868400" y="5231504"/>
            <a:ext cx="3505199" cy="3657600"/>
          </a:xfrm>
          <a:prstGeom prst="ellipse">
            <a:avLst/>
          </a:prstGeom>
          <a:solidFill>
            <a:srgbClr val="C0E1E1"/>
          </a:solidFill>
        </p:spPr>
        <p:txBody>
          <a:bodyPr anchor="ctr"/>
          <a:lstStyle/>
          <a:p>
            <a:pPr algn="ctr"/>
            <a:r>
              <a:rPr lang="en-US" sz="3200" dirty="0" smtClean="0">
                <a:latin typeface="Arial" panose="020B0604020202020204" pitchFamily="34" charset="0"/>
                <a:cs typeface="Arial" panose="020B0604020202020204" pitchFamily="34" charset="0"/>
              </a:rPr>
              <a:t>Quản lý</a:t>
            </a:r>
            <a:endParaRPr lang="en-US" sz="3200" dirty="0">
              <a:latin typeface="Arial" panose="020B0604020202020204" pitchFamily="34" charset="0"/>
              <a:cs typeface="Arial" panose="020B0604020202020204" pitchFamily="34" charset="0"/>
            </a:endParaRPr>
          </a:p>
        </p:txBody>
      </p:sp>
      <p:sp>
        <p:nvSpPr>
          <p:cNvPr id="20" name="AutoShape 3"/>
          <p:cNvSpPr>
            <a:spLocks noChangeArrowheads="1"/>
          </p:cNvSpPr>
          <p:nvPr/>
        </p:nvSpPr>
        <p:spPr bwMode="gray">
          <a:xfrm>
            <a:off x="7750291" y="3253479"/>
            <a:ext cx="4319588" cy="1978025"/>
          </a:xfrm>
          <a:prstGeom prst="upArrow">
            <a:avLst>
              <a:gd name="adj1" fmla="val 56944"/>
              <a:gd name="adj2" fmla="val 50782"/>
            </a:avLst>
          </a:prstGeom>
          <a:gradFill rotWithShape="1">
            <a:gsLst>
              <a:gs pos="0">
                <a:srgbClr val="BDBFB9"/>
              </a:gs>
              <a:gs pos="100000">
                <a:schemeClr val="bg1"/>
              </a:gs>
            </a:gsLst>
            <a:lin ang="5400000" scaled="1"/>
          </a:gradFill>
          <a:ln>
            <a:noFill/>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defRPr/>
            </a:pPr>
            <a:endParaRPr lang="en-US" altLang="en-US" sz="1350">
              <a:latin typeface="Times New Roman" panose="02020603050405020304" pitchFamily="18" charset="0"/>
              <a:cs typeface="Times New Roman" panose="02020603050405020304" pitchFamily="18" charset="0"/>
            </a:endParaRPr>
          </a:p>
        </p:txBody>
      </p:sp>
      <p:grpSp>
        <p:nvGrpSpPr>
          <p:cNvPr id="2" name="Group 1"/>
          <p:cNvGrpSpPr/>
          <p:nvPr/>
        </p:nvGrpSpPr>
        <p:grpSpPr>
          <a:xfrm>
            <a:off x="11353800" y="8801100"/>
            <a:ext cx="7661853" cy="909708"/>
            <a:chOff x="11353800" y="8801100"/>
            <a:chExt cx="7661853" cy="909708"/>
          </a:xfrm>
        </p:grpSpPr>
        <p:sp>
          <p:nvSpPr>
            <p:cNvPr id="21" name="AutoShape 3"/>
            <p:cNvSpPr/>
            <p:nvPr/>
          </p:nvSpPr>
          <p:spPr>
            <a:xfrm>
              <a:off x="16459199" y="8801100"/>
              <a:ext cx="909709" cy="909708"/>
            </a:xfrm>
            <a:prstGeom prst="rect">
              <a:avLst/>
            </a:prstGeom>
            <a:solidFill>
              <a:srgbClr val="C0E1E1"/>
            </a:solidFill>
          </p:spPr>
          <p:txBody>
            <a:bodyPr anchor="ctr"/>
            <a:lstStyle/>
            <a:p>
              <a:pPr algn="ctr"/>
              <a:r>
                <a:rPr lang="en-US" sz="4000" dirty="0">
                  <a:latin typeface="Times New Roman" panose="02020603050405020304" pitchFamily="18" charset="0"/>
                  <a:cs typeface="Times New Roman" panose="02020603050405020304" pitchFamily="18" charset="0"/>
                </a:rPr>
                <a:t>7</a:t>
              </a:r>
            </a:p>
          </p:txBody>
        </p:sp>
        <p:sp>
          <p:nvSpPr>
            <p:cNvPr id="11" name="TextBox 4"/>
            <p:cNvSpPr txBox="1"/>
            <p:nvPr/>
          </p:nvSpPr>
          <p:spPr>
            <a:xfrm>
              <a:off x="11353800" y="9304735"/>
              <a:ext cx="7661853" cy="406073"/>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1</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Giới thiệu</a:t>
              </a:r>
              <a:endParaRPr lang="en-US" sz="2400" spc="288" dirty="0">
                <a:solidFill>
                  <a:srgbClr val="524C4C"/>
                </a:solidFill>
                <a:latin typeface="Lora"/>
              </a:endParaRP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sp>
        <p:nvSpPr>
          <p:cNvPr id="2" name="AutoShape 2"/>
          <p:cNvSpPr/>
          <p:nvPr/>
        </p:nvSpPr>
        <p:spPr>
          <a:xfrm>
            <a:off x="15540108" y="-342900"/>
            <a:ext cx="3657600" cy="2400300"/>
          </a:xfrm>
          <a:prstGeom prst="rect">
            <a:avLst/>
          </a:prstGeom>
          <a:solidFill>
            <a:srgbClr val="C0E1E1"/>
          </a:solidFill>
        </p:spPr>
      </p:sp>
      <p:grpSp>
        <p:nvGrpSpPr>
          <p:cNvPr id="7" name="Group 6"/>
          <p:cNvGrpSpPr/>
          <p:nvPr/>
        </p:nvGrpSpPr>
        <p:grpSpPr>
          <a:xfrm>
            <a:off x="2680609" y="2720885"/>
            <a:ext cx="1290708" cy="6977841"/>
            <a:chOff x="2680609" y="2720885"/>
            <a:chExt cx="1290708" cy="6977841"/>
          </a:xfrm>
        </p:grpSpPr>
        <p:sp>
          <p:nvSpPr>
            <p:cNvPr id="4" name="AutoShape 4"/>
            <p:cNvSpPr/>
            <p:nvPr/>
          </p:nvSpPr>
          <p:spPr>
            <a:xfrm>
              <a:off x="2680609" y="2720885"/>
              <a:ext cx="1290708" cy="1290708"/>
            </a:xfrm>
            <a:prstGeom prst="rect">
              <a:avLst/>
            </a:prstGeom>
            <a:solidFill>
              <a:srgbClr val="C0E1E1"/>
            </a:solidFill>
          </p:spPr>
        </p:sp>
        <p:sp>
          <p:nvSpPr>
            <p:cNvPr id="5" name="AutoShape 5"/>
            <p:cNvSpPr/>
            <p:nvPr/>
          </p:nvSpPr>
          <p:spPr>
            <a:xfrm>
              <a:off x="3325963" y="3078613"/>
              <a:ext cx="45719" cy="6620113"/>
            </a:xfrm>
            <a:prstGeom prst="rect">
              <a:avLst/>
            </a:prstGeom>
            <a:solidFill>
              <a:srgbClr val="524C4C"/>
            </a:solidFill>
          </p:spPr>
        </p:sp>
      </p:grpSp>
      <p:sp>
        <p:nvSpPr>
          <p:cNvPr id="12" name="TextBox 12"/>
          <p:cNvSpPr txBox="1"/>
          <p:nvPr/>
        </p:nvSpPr>
        <p:spPr>
          <a:xfrm>
            <a:off x="3733800" y="4610100"/>
            <a:ext cx="7275029" cy="528991"/>
          </a:xfrm>
          <a:prstGeom prst="rect">
            <a:avLst/>
          </a:prstGeom>
        </p:spPr>
        <p:txBody>
          <a:bodyPr lIns="0" tIns="0" rIns="0" bIns="0" rtlCol="0" anchor="t">
            <a:spAutoFit/>
          </a:bodyPr>
          <a:lstStyle/>
          <a:p>
            <a:pPr>
              <a:lnSpc>
                <a:spcPts val="4499"/>
              </a:lnSpc>
            </a:pPr>
            <a:r>
              <a:rPr lang="en-US" sz="3200" spc="29" dirty="0" smtClean="0">
                <a:solidFill>
                  <a:srgbClr val="524C4C"/>
                </a:solidFill>
                <a:latin typeface="Times New Roman" panose="02020603050405020304" pitchFamily="18" charset="0"/>
                <a:cs typeface="Times New Roman" panose="02020603050405020304" pitchFamily="18" charset="0"/>
              </a:rPr>
              <a:t>Những khách hàng tiềm năng về du lịch.</a:t>
            </a:r>
            <a:endParaRPr lang="en-US" sz="3200" spc="29" dirty="0">
              <a:solidFill>
                <a:srgbClr val="524C4C"/>
              </a:solidFill>
              <a:latin typeface="Times New Roman" panose="02020603050405020304" pitchFamily="18" charset="0"/>
              <a:cs typeface="Times New Roman" panose="02020603050405020304" pitchFamily="18" charset="0"/>
            </a:endParaRPr>
          </a:p>
        </p:txBody>
      </p:sp>
      <p:grpSp>
        <p:nvGrpSpPr>
          <p:cNvPr id="15" name="Group 5"/>
          <p:cNvGrpSpPr/>
          <p:nvPr/>
        </p:nvGrpSpPr>
        <p:grpSpPr>
          <a:xfrm>
            <a:off x="1111734" y="579629"/>
            <a:ext cx="14553251" cy="1064516"/>
            <a:chOff x="362099" y="-2891964"/>
            <a:chExt cx="17707560" cy="1419357"/>
          </a:xfrm>
        </p:grpSpPr>
        <p:sp>
          <p:nvSpPr>
            <p:cNvPr id="16" name="TextBox 6"/>
            <p:cNvSpPr txBox="1"/>
            <p:nvPr/>
          </p:nvSpPr>
          <p:spPr>
            <a:xfrm>
              <a:off x="492859" y="-2891964"/>
              <a:ext cx="17576800" cy="1317371"/>
            </a:xfrm>
            <a:prstGeom prst="rect">
              <a:avLst/>
            </a:prstGeom>
          </p:spPr>
          <p:txBody>
            <a:bodyPr wrap="square" lIns="0" tIns="0" rIns="0" bIns="0" rtlCol="0" anchor="t">
              <a:spAutoFit/>
            </a:bodyPr>
            <a:lstStyle/>
            <a:p>
              <a:pPr>
                <a:lnSpc>
                  <a:spcPts val="8250"/>
                </a:lnSpc>
              </a:pPr>
              <a:r>
                <a:rPr lang="en-US" sz="6500" dirty="0" smtClean="0">
                  <a:latin typeface="Arial" panose="020B0604020202020204" pitchFamily="34" charset="0"/>
                  <a:cs typeface="Arial" panose="020B0604020202020204" pitchFamily="34" charset="0"/>
                </a:rPr>
                <a:t>Đối tượng và phạm vi nghiên cứu</a:t>
              </a:r>
              <a:endParaRPr lang="en-US" sz="6500" dirty="0">
                <a:latin typeface="Arial" panose="020B0604020202020204" pitchFamily="34" charset="0"/>
                <a:cs typeface="Arial" panose="020B0604020202020204" pitchFamily="34" charset="0"/>
              </a:endParaRPr>
            </a:p>
          </p:txBody>
        </p:sp>
        <p:sp>
          <p:nvSpPr>
            <p:cNvPr id="17" name="AutoShape 7"/>
            <p:cNvSpPr/>
            <p:nvPr/>
          </p:nvSpPr>
          <p:spPr>
            <a:xfrm flipV="1">
              <a:off x="362099" y="-1533566"/>
              <a:ext cx="15150664" cy="60959"/>
            </a:xfrm>
            <a:prstGeom prst="rect">
              <a:avLst/>
            </a:prstGeom>
            <a:solidFill>
              <a:srgbClr val="524C4C"/>
            </a:solidFill>
          </p:spPr>
        </p:sp>
      </p:grpSp>
      <p:sp>
        <p:nvSpPr>
          <p:cNvPr id="18" name="TextBox 12"/>
          <p:cNvSpPr txBox="1"/>
          <p:nvPr/>
        </p:nvSpPr>
        <p:spPr>
          <a:xfrm>
            <a:off x="3733800" y="5737598"/>
            <a:ext cx="10514215" cy="577081"/>
          </a:xfrm>
          <a:prstGeom prst="rect">
            <a:avLst/>
          </a:prstGeom>
        </p:spPr>
        <p:txBody>
          <a:bodyPr wrap="square" lIns="0" tIns="0" rIns="0" bIns="0" rtlCol="0" anchor="t">
            <a:spAutoFit/>
          </a:bodyPr>
          <a:lstStyle/>
          <a:p>
            <a:pPr>
              <a:lnSpc>
                <a:spcPts val="4499"/>
              </a:lnSpc>
            </a:pPr>
            <a:r>
              <a:rPr lang="en-US" sz="3200" spc="29" dirty="0" smtClean="0">
                <a:solidFill>
                  <a:srgbClr val="524C4C"/>
                </a:solidFill>
                <a:latin typeface="Times New Roman" panose="02020603050405020304" pitchFamily="18" charset="0"/>
                <a:cs typeface="Times New Roman" panose="02020603050405020304" pitchFamily="18" charset="0"/>
              </a:rPr>
              <a:t>Các </a:t>
            </a:r>
            <a:r>
              <a:rPr lang="en-US" sz="3200" spc="29" dirty="0">
                <a:solidFill>
                  <a:srgbClr val="524C4C"/>
                </a:solidFill>
                <a:latin typeface="Times New Roman" panose="02020603050405020304" pitchFamily="18" charset="0"/>
                <a:cs typeface="Times New Roman" panose="02020603050405020304" pitchFamily="18" charset="0"/>
              </a:rPr>
              <a:t>doanh nghiệp đang kinh doanh loại hình dịch vụ du </a:t>
            </a:r>
            <a:r>
              <a:rPr lang="en-US" sz="3200" spc="29" dirty="0" smtClean="0">
                <a:solidFill>
                  <a:srgbClr val="524C4C"/>
                </a:solidFill>
                <a:latin typeface="Times New Roman" panose="02020603050405020304" pitchFamily="18" charset="0"/>
                <a:cs typeface="Times New Roman" panose="02020603050405020304" pitchFamily="18" charset="0"/>
              </a:rPr>
              <a:t>lịch.</a:t>
            </a:r>
            <a:endParaRPr lang="en-US" sz="3200" spc="29" dirty="0">
              <a:solidFill>
                <a:srgbClr val="524C4C"/>
              </a:solidFill>
              <a:latin typeface="Times New Roman" panose="02020603050405020304" pitchFamily="18" charset="0"/>
              <a:cs typeface="Times New Roman" panose="02020603050405020304" pitchFamily="18" charset="0"/>
            </a:endParaRPr>
          </a:p>
        </p:txBody>
      </p:sp>
      <p:sp>
        <p:nvSpPr>
          <p:cNvPr id="19" name="TextBox 12"/>
          <p:cNvSpPr txBox="1"/>
          <p:nvPr/>
        </p:nvSpPr>
        <p:spPr>
          <a:xfrm>
            <a:off x="3733799" y="6851179"/>
            <a:ext cx="10514216" cy="528991"/>
          </a:xfrm>
          <a:prstGeom prst="rect">
            <a:avLst/>
          </a:prstGeom>
        </p:spPr>
        <p:txBody>
          <a:bodyPr wrap="square" lIns="0" tIns="0" rIns="0" bIns="0" rtlCol="0" anchor="t">
            <a:spAutoFit/>
          </a:bodyPr>
          <a:lstStyle/>
          <a:p>
            <a:pPr>
              <a:lnSpc>
                <a:spcPts val="4499"/>
              </a:lnSpc>
            </a:pPr>
            <a:r>
              <a:rPr lang="en-US" sz="3200" spc="29" dirty="0" smtClean="0">
                <a:solidFill>
                  <a:srgbClr val="524C4C"/>
                </a:solidFill>
                <a:latin typeface="Times New Roman" panose="02020603050405020304" pitchFamily="18" charset="0"/>
                <a:cs typeface="Times New Roman" panose="02020603050405020304" pitchFamily="18" charset="0"/>
              </a:rPr>
              <a:t>Vấn đề </a:t>
            </a:r>
            <a:r>
              <a:rPr lang="en-US" sz="3200" spc="29" dirty="0">
                <a:solidFill>
                  <a:srgbClr val="524C4C"/>
                </a:solidFill>
                <a:latin typeface="Times New Roman" panose="02020603050405020304" pitchFamily="18" charset="0"/>
                <a:cs typeface="Times New Roman" panose="02020603050405020304" pitchFamily="18" charset="0"/>
              </a:rPr>
              <a:t>đặt tour và thanh toán tour của du </a:t>
            </a:r>
            <a:r>
              <a:rPr lang="en-US" sz="3200" spc="29" dirty="0" smtClean="0">
                <a:solidFill>
                  <a:srgbClr val="524C4C"/>
                </a:solidFill>
                <a:latin typeface="Times New Roman" panose="02020603050405020304" pitchFamily="18" charset="0"/>
                <a:cs typeface="Times New Roman" panose="02020603050405020304" pitchFamily="18" charset="0"/>
              </a:rPr>
              <a:t>khách.</a:t>
            </a:r>
            <a:endParaRPr lang="en-US" sz="3200" spc="29" dirty="0">
              <a:solidFill>
                <a:srgbClr val="524C4C"/>
              </a:solidFill>
              <a:latin typeface="Times New Roman" panose="02020603050405020304" pitchFamily="18" charset="0"/>
              <a:cs typeface="Times New Roman" panose="02020603050405020304" pitchFamily="18" charset="0"/>
            </a:endParaRPr>
          </a:p>
        </p:txBody>
      </p:sp>
      <p:sp>
        <p:nvSpPr>
          <p:cNvPr id="20" name="TextBox 12"/>
          <p:cNvSpPr txBox="1"/>
          <p:nvPr/>
        </p:nvSpPr>
        <p:spPr>
          <a:xfrm>
            <a:off x="3733798" y="8053746"/>
            <a:ext cx="12192002" cy="577081"/>
          </a:xfrm>
          <a:prstGeom prst="rect">
            <a:avLst/>
          </a:prstGeom>
        </p:spPr>
        <p:txBody>
          <a:bodyPr wrap="square" lIns="0" tIns="0" rIns="0" bIns="0" rtlCol="0" anchor="t">
            <a:spAutoFit/>
          </a:bodyPr>
          <a:lstStyle/>
          <a:p>
            <a:pPr>
              <a:lnSpc>
                <a:spcPts val="4499"/>
              </a:lnSpc>
            </a:pPr>
            <a:r>
              <a:rPr lang="en-US" sz="3200" spc="29" dirty="0" smtClean="0">
                <a:solidFill>
                  <a:srgbClr val="524C4C"/>
                </a:solidFill>
                <a:latin typeface="Times New Roman" panose="02020603050405020304" pitchFamily="18" charset="0"/>
                <a:cs typeface="Times New Roman" panose="02020603050405020304" pitchFamily="18" charset="0"/>
              </a:rPr>
              <a:t>D</a:t>
            </a:r>
            <a:r>
              <a:rPr lang="vi-VN" sz="3200" spc="29" dirty="0" smtClean="0">
                <a:solidFill>
                  <a:srgbClr val="524C4C"/>
                </a:solidFill>
                <a:latin typeface="Times New Roman" panose="02020603050405020304" pitchFamily="18" charset="0"/>
                <a:cs typeface="Times New Roman" panose="02020603050405020304" pitchFamily="18" charset="0"/>
              </a:rPr>
              <a:t>oanh </a:t>
            </a:r>
            <a:r>
              <a:rPr lang="vi-VN" sz="3200" spc="29" dirty="0">
                <a:solidFill>
                  <a:srgbClr val="524C4C"/>
                </a:solidFill>
                <a:latin typeface="Times New Roman" panose="02020603050405020304" pitchFamily="18" charset="0"/>
                <a:cs typeface="Times New Roman" panose="02020603050405020304" pitchFamily="18" charset="0"/>
              </a:rPr>
              <a:t>nghiệp quảng bá các gói du lịch đến khách hàng như thế </a:t>
            </a:r>
            <a:r>
              <a:rPr lang="vi-VN" sz="3200" spc="29" dirty="0" smtClean="0">
                <a:solidFill>
                  <a:srgbClr val="524C4C"/>
                </a:solidFill>
                <a:latin typeface="Times New Roman" panose="02020603050405020304" pitchFamily="18" charset="0"/>
                <a:cs typeface="Times New Roman" panose="02020603050405020304" pitchFamily="18" charset="0"/>
              </a:rPr>
              <a:t>nào</a:t>
            </a:r>
            <a:r>
              <a:rPr lang="en-US" sz="3200" spc="29" dirty="0" smtClean="0">
                <a:solidFill>
                  <a:srgbClr val="524C4C"/>
                </a:solidFill>
                <a:latin typeface="Times New Roman" panose="02020603050405020304" pitchFamily="18" charset="0"/>
                <a:cs typeface="Times New Roman" panose="02020603050405020304" pitchFamily="18" charset="0"/>
              </a:rPr>
              <a:t>?</a:t>
            </a:r>
            <a:endParaRPr lang="en-US" sz="3200" spc="29" dirty="0">
              <a:solidFill>
                <a:srgbClr val="524C4C"/>
              </a:solidFill>
              <a:latin typeface="Times New Roman" panose="02020603050405020304" pitchFamily="18" charset="0"/>
              <a:cs typeface="Times New Roman" panose="02020603050405020304" pitchFamily="18" charset="0"/>
            </a:endParaRPr>
          </a:p>
        </p:txBody>
      </p:sp>
      <p:grpSp>
        <p:nvGrpSpPr>
          <p:cNvPr id="6" name="Group 5"/>
          <p:cNvGrpSpPr/>
          <p:nvPr/>
        </p:nvGrpSpPr>
        <p:grpSpPr>
          <a:xfrm>
            <a:off x="11353800" y="8801100"/>
            <a:ext cx="7661853" cy="909708"/>
            <a:chOff x="11353800" y="8801100"/>
            <a:chExt cx="7661853" cy="909708"/>
          </a:xfrm>
        </p:grpSpPr>
        <p:sp>
          <p:nvSpPr>
            <p:cNvPr id="21" name="AutoShape 3"/>
            <p:cNvSpPr/>
            <p:nvPr/>
          </p:nvSpPr>
          <p:spPr>
            <a:xfrm>
              <a:off x="16459199" y="8801100"/>
              <a:ext cx="909709" cy="909708"/>
            </a:xfrm>
            <a:prstGeom prst="rect">
              <a:avLst/>
            </a:prstGeom>
            <a:solidFill>
              <a:srgbClr val="C0E1E1"/>
            </a:solidFill>
          </p:spPr>
          <p:txBody>
            <a:bodyPr anchor="ctr"/>
            <a:lstStyle/>
            <a:p>
              <a:pPr algn="ctr"/>
              <a:r>
                <a:rPr lang="en-US" sz="4000" dirty="0">
                  <a:latin typeface="Times New Roman" panose="02020603050405020304" pitchFamily="18" charset="0"/>
                  <a:cs typeface="Times New Roman" panose="02020603050405020304" pitchFamily="18" charset="0"/>
                </a:rPr>
                <a:t>8</a:t>
              </a:r>
            </a:p>
          </p:txBody>
        </p:sp>
        <p:sp>
          <p:nvSpPr>
            <p:cNvPr id="14" name="TextBox 4"/>
            <p:cNvSpPr txBox="1"/>
            <p:nvPr/>
          </p:nvSpPr>
          <p:spPr>
            <a:xfrm>
              <a:off x="11353800" y="9304735"/>
              <a:ext cx="7661853" cy="406073"/>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1</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Giới thiệu</a:t>
              </a:r>
              <a:endParaRPr lang="en-US" sz="2400" spc="288" dirty="0">
                <a:solidFill>
                  <a:srgbClr val="524C4C"/>
                </a:solidFill>
                <a:latin typeface="Lora"/>
              </a:endParaRPr>
            </a:p>
          </p:txBody>
        </p:sp>
      </p:grpSp>
      <p:sp>
        <p:nvSpPr>
          <p:cNvPr id="22" name="AutoShape 6"/>
          <p:cNvSpPr/>
          <p:nvPr/>
        </p:nvSpPr>
        <p:spPr>
          <a:xfrm>
            <a:off x="4202315" y="1726939"/>
            <a:ext cx="10058400" cy="1283792"/>
          </a:xfrm>
          <a:prstGeom prst="rect">
            <a:avLst/>
          </a:prstGeom>
          <a:solidFill>
            <a:srgbClr val="C0E1E1"/>
          </a:solidFill>
        </p:spPr>
        <p:txBody>
          <a:bodyPr anchor="ctr"/>
          <a:lstStyle/>
          <a:p>
            <a:pPr algn="ctr"/>
            <a:r>
              <a:rPr lang="en-US" sz="5000" b="1" dirty="0" smtClean="0">
                <a:latin typeface="Arial" panose="020B0604020202020204" pitchFamily="34" charset="0"/>
                <a:cs typeface="Arial" panose="020B0604020202020204" pitchFamily="34" charset="0"/>
              </a:rPr>
              <a:t>Phạm vi nghiên cứu</a:t>
            </a:r>
            <a:endParaRPr lang="en-US" sz="5000" b="1"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sp>
        <p:nvSpPr>
          <p:cNvPr id="3" name="TextBox 3"/>
          <p:cNvSpPr txBox="1"/>
          <p:nvPr/>
        </p:nvSpPr>
        <p:spPr>
          <a:xfrm>
            <a:off x="800100" y="513193"/>
            <a:ext cx="16687800" cy="988027"/>
          </a:xfrm>
          <a:prstGeom prst="rect">
            <a:avLst/>
          </a:prstGeom>
        </p:spPr>
        <p:txBody>
          <a:bodyPr wrap="square" lIns="0" tIns="0" rIns="0" bIns="0" rtlCol="0" anchor="t">
            <a:spAutoFit/>
          </a:bodyPr>
          <a:lstStyle/>
          <a:p>
            <a:pPr>
              <a:lnSpc>
                <a:spcPts val="8250"/>
              </a:lnSpc>
            </a:pPr>
            <a:r>
              <a:rPr lang="en-US" sz="6500" dirty="0" smtClean="0">
                <a:latin typeface="Arial" panose="020B0604020202020204" pitchFamily="34" charset="0"/>
                <a:cs typeface="Arial" panose="020B0604020202020204" pitchFamily="34" charset="0"/>
              </a:rPr>
              <a:t>Phương pháp và nội dung nghiên cứu</a:t>
            </a:r>
            <a:endParaRPr lang="en-US" sz="6500" dirty="0">
              <a:latin typeface="Arial" panose="020B0604020202020204" pitchFamily="34" charset="0"/>
              <a:cs typeface="Arial" panose="020B0604020202020204" pitchFamily="34" charset="0"/>
            </a:endParaRPr>
          </a:p>
        </p:txBody>
      </p:sp>
      <p:sp>
        <p:nvSpPr>
          <p:cNvPr id="15" name="AutoShape 7"/>
          <p:cNvSpPr/>
          <p:nvPr/>
        </p:nvSpPr>
        <p:spPr>
          <a:xfrm>
            <a:off x="609600" y="1519924"/>
            <a:ext cx="14220305" cy="45719"/>
          </a:xfrm>
          <a:prstGeom prst="rect">
            <a:avLst/>
          </a:prstGeom>
          <a:solidFill>
            <a:srgbClr val="524C4C"/>
          </a:solidFill>
        </p:spPr>
      </p:sp>
      <p:sp>
        <p:nvSpPr>
          <p:cNvPr id="17" name="AutoShape 6"/>
          <p:cNvSpPr/>
          <p:nvPr/>
        </p:nvSpPr>
        <p:spPr>
          <a:xfrm>
            <a:off x="4572000" y="1920421"/>
            <a:ext cx="9144000" cy="1235617"/>
          </a:xfrm>
          <a:prstGeom prst="rect">
            <a:avLst/>
          </a:prstGeom>
          <a:solidFill>
            <a:srgbClr val="C0E1E1"/>
          </a:solidFill>
        </p:spPr>
        <p:txBody>
          <a:bodyPr anchor="ctr"/>
          <a:lstStyle/>
          <a:p>
            <a:pPr algn="ctr">
              <a:lnSpc>
                <a:spcPts val="4499"/>
              </a:lnSpc>
            </a:pPr>
            <a:r>
              <a:rPr lang="en-US" sz="5000" b="1" spc="29" dirty="0">
                <a:latin typeface="Times New Roman" panose="02020603050405020304" pitchFamily="18" charset="0"/>
                <a:cs typeface="Times New Roman" panose="02020603050405020304" pitchFamily="18" charset="0"/>
              </a:rPr>
              <a:t>Về lý thuyết</a:t>
            </a:r>
          </a:p>
        </p:txBody>
      </p:sp>
      <p:graphicFrame>
        <p:nvGraphicFramePr>
          <p:cNvPr id="19" name="Diagram 18"/>
          <p:cNvGraphicFramePr/>
          <p:nvPr>
            <p:extLst>
              <p:ext uri="{D42A27DB-BD31-4B8C-83A1-F6EECF244321}">
                <p14:modId xmlns:p14="http://schemas.microsoft.com/office/powerpoint/2010/main" val="3166196518"/>
              </p:ext>
            </p:extLst>
          </p:nvPr>
        </p:nvGraphicFramePr>
        <p:xfrm>
          <a:off x="933450" y="3376501"/>
          <a:ext cx="16421100" cy="556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 name="Group 1"/>
          <p:cNvGrpSpPr/>
          <p:nvPr/>
        </p:nvGrpSpPr>
        <p:grpSpPr>
          <a:xfrm>
            <a:off x="11353800" y="8801100"/>
            <a:ext cx="7661853" cy="909708"/>
            <a:chOff x="11353800" y="8801100"/>
            <a:chExt cx="7661853" cy="909708"/>
          </a:xfrm>
        </p:grpSpPr>
        <p:sp>
          <p:nvSpPr>
            <p:cNvPr id="20" name="AutoShape 3"/>
            <p:cNvSpPr/>
            <p:nvPr/>
          </p:nvSpPr>
          <p:spPr>
            <a:xfrm>
              <a:off x="16459199" y="8801100"/>
              <a:ext cx="909709" cy="909708"/>
            </a:xfrm>
            <a:prstGeom prst="rect">
              <a:avLst/>
            </a:prstGeom>
            <a:solidFill>
              <a:srgbClr val="C0E1E1"/>
            </a:solidFill>
          </p:spPr>
          <p:txBody>
            <a:bodyPr anchor="ctr"/>
            <a:lstStyle/>
            <a:p>
              <a:pPr algn="ctr"/>
              <a:r>
                <a:rPr lang="en-US" sz="4000" dirty="0">
                  <a:latin typeface="Times New Roman" panose="02020603050405020304" pitchFamily="18" charset="0"/>
                  <a:cs typeface="Times New Roman" panose="02020603050405020304" pitchFamily="18" charset="0"/>
                </a:rPr>
                <a:t>9</a:t>
              </a:r>
            </a:p>
          </p:txBody>
        </p:sp>
        <p:sp>
          <p:nvSpPr>
            <p:cNvPr id="7" name="TextBox 4"/>
            <p:cNvSpPr txBox="1"/>
            <p:nvPr/>
          </p:nvSpPr>
          <p:spPr>
            <a:xfrm>
              <a:off x="11353800" y="9304735"/>
              <a:ext cx="7661853" cy="406073"/>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1</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Giới thiệu</a:t>
              </a:r>
              <a:endParaRPr lang="en-US" sz="2400" spc="288" dirty="0">
                <a:solidFill>
                  <a:srgbClr val="524C4C"/>
                </a:solidFill>
                <a:latin typeface="Lora"/>
              </a:endParaRP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grpSp>
        <p:nvGrpSpPr>
          <p:cNvPr id="5" name="Group 4"/>
          <p:cNvGrpSpPr/>
          <p:nvPr/>
        </p:nvGrpSpPr>
        <p:grpSpPr>
          <a:xfrm>
            <a:off x="609600" y="513193"/>
            <a:ext cx="16878300" cy="1106700"/>
            <a:chOff x="609600" y="513193"/>
            <a:chExt cx="16878300" cy="1106700"/>
          </a:xfrm>
        </p:grpSpPr>
        <p:sp>
          <p:nvSpPr>
            <p:cNvPr id="16" name="AutoShape 16"/>
            <p:cNvSpPr/>
            <p:nvPr/>
          </p:nvSpPr>
          <p:spPr>
            <a:xfrm rot="5400000">
              <a:off x="7787641" y="-5603867"/>
              <a:ext cx="45719" cy="14401802"/>
            </a:xfrm>
            <a:prstGeom prst="rect">
              <a:avLst/>
            </a:prstGeom>
            <a:solidFill>
              <a:srgbClr val="524C4C"/>
            </a:solidFill>
          </p:spPr>
        </p:sp>
        <p:sp>
          <p:nvSpPr>
            <p:cNvPr id="17" name="TextBox 3"/>
            <p:cNvSpPr txBox="1"/>
            <p:nvPr/>
          </p:nvSpPr>
          <p:spPr>
            <a:xfrm>
              <a:off x="800100" y="513193"/>
              <a:ext cx="16687800" cy="988027"/>
            </a:xfrm>
            <a:prstGeom prst="rect">
              <a:avLst/>
            </a:prstGeom>
          </p:spPr>
          <p:txBody>
            <a:bodyPr wrap="square" lIns="0" tIns="0" rIns="0" bIns="0" rtlCol="0" anchor="t">
              <a:spAutoFit/>
            </a:bodyPr>
            <a:lstStyle/>
            <a:p>
              <a:pPr>
                <a:lnSpc>
                  <a:spcPts val="8250"/>
                </a:lnSpc>
              </a:pPr>
              <a:r>
                <a:rPr lang="en-US" sz="6500" dirty="0" smtClean="0">
                  <a:latin typeface="Arial" panose="020B0604020202020204" pitchFamily="34" charset="0"/>
                  <a:cs typeface="Arial" panose="020B0604020202020204" pitchFamily="34" charset="0"/>
                </a:rPr>
                <a:t>Phương pháp và nội dung nghiên cứu</a:t>
              </a:r>
              <a:endParaRPr lang="en-US" sz="6500" dirty="0">
                <a:latin typeface="Arial" panose="020B0604020202020204" pitchFamily="34" charset="0"/>
                <a:cs typeface="Arial" panose="020B0604020202020204" pitchFamily="34" charset="0"/>
              </a:endParaRPr>
            </a:p>
          </p:txBody>
        </p:sp>
      </p:grpSp>
      <p:grpSp>
        <p:nvGrpSpPr>
          <p:cNvPr id="27" name="Group 26"/>
          <p:cNvGrpSpPr/>
          <p:nvPr/>
        </p:nvGrpSpPr>
        <p:grpSpPr>
          <a:xfrm>
            <a:off x="11353800" y="8801100"/>
            <a:ext cx="7661853" cy="909708"/>
            <a:chOff x="11353800" y="8801100"/>
            <a:chExt cx="7661853" cy="909708"/>
          </a:xfrm>
        </p:grpSpPr>
        <p:sp>
          <p:nvSpPr>
            <p:cNvPr id="29"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10</a:t>
              </a:r>
              <a:endParaRPr lang="en-US" sz="4000" dirty="0">
                <a:latin typeface="Times New Roman" panose="02020603050405020304" pitchFamily="18" charset="0"/>
                <a:cs typeface="Times New Roman" panose="02020603050405020304" pitchFamily="18" charset="0"/>
              </a:endParaRPr>
            </a:p>
          </p:txBody>
        </p:sp>
        <p:sp>
          <p:nvSpPr>
            <p:cNvPr id="40" name="TextBox 4"/>
            <p:cNvSpPr txBox="1"/>
            <p:nvPr/>
          </p:nvSpPr>
          <p:spPr>
            <a:xfrm>
              <a:off x="11353800" y="9304735"/>
              <a:ext cx="7661853" cy="406073"/>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1</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Giới thiệu</a:t>
              </a:r>
              <a:endParaRPr lang="en-US" sz="2400" spc="288" dirty="0">
                <a:solidFill>
                  <a:srgbClr val="524C4C"/>
                </a:solidFill>
                <a:latin typeface="Lora"/>
              </a:endParaRPr>
            </a:p>
          </p:txBody>
        </p:sp>
      </p:grpSp>
      <p:grpSp>
        <p:nvGrpSpPr>
          <p:cNvPr id="10" name="Group 9"/>
          <p:cNvGrpSpPr/>
          <p:nvPr/>
        </p:nvGrpSpPr>
        <p:grpSpPr>
          <a:xfrm>
            <a:off x="387595" y="2696509"/>
            <a:ext cx="2743481" cy="3498584"/>
            <a:chOff x="1371600" y="2348664"/>
            <a:chExt cx="2743481" cy="3498584"/>
          </a:xfrm>
        </p:grpSpPr>
        <p:grpSp>
          <p:nvGrpSpPr>
            <p:cNvPr id="2" name="Group 1"/>
            <p:cNvGrpSpPr/>
            <p:nvPr/>
          </p:nvGrpSpPr>
          <p:grpSpPr>
            <a:xfrm>
              <a:off x="1371600" y="2348664"/>
              <a:ext cx="2743481" cy="2842135"/>
              <a:chOff x="1143000" y="2387048"/>
              <a:chExt cx="2743481" cy="2842135"/>
            </a:xfrm>
          </p:grpSpPr>
          <p:sp>
            <p:nvSpPr>
              <p:cNvPr id="31" name="Oval 30"/>
              <p:cNvSpPr/>
              <p:nvPr/>
            </p:nvSpPr>
            <p:spPr>
              <a:xfrm>
                <a:off x="1143000" y="2387048"/>
                <a:ext cx="2743481" cy="2842135"/>
              </a:xfrm>
              <a:prstGeom prst="ellipse">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p:cNvPicPr/>
              <p:nvPr/>
            </p:nvPicPr>
            <p:blipFill rotWithShape="1">
              <a:blip r:embed="rId3" cstate="print">
                <a:extLst>
                  <a:ext uri="{28A0092B-C50C-407E-A947-70E740481C1C}">
                    <a14:useLocalDpi xmlns:a14="http://schemas.microsoft.com/office/drawing/2010/main" val="0"/>
                  </a:ext>
                </a:extLst>
              </a:blip>
              <a:srcRect l="2994" t="12857" r="4191" b="15815"/>
              <a:stretch/>
            </p:blipFill>
            <p:spPr bwMode="auto">
              <a:xfrm>
                <a:off x="1383291" y="2888718"/>
                <a:ext cx="2197962" cy="1946782"/>
              </a:xfrm>
              <a:prstGeom prst="rect">
                <a:avLst/>
              </a:prstGeom>
              <a:ln>
                <a:noFill/>
              </a:ln>
              <a:extLst>
                <a:ext uri="{53640926-AAD7-44D8-BBD7-CCE9431645EC}">
                  <a14:shadowObscured xmlns:a14="http://schemas.microsoft.com/office/drawing/2010/main"/>
                </a:ext>
              </a:extLst>
            </p:spPr>
          </p:pic>
        </p:grpSp>
        <p:sp>
          <p:nvSpPr>
            <p:cNvPr id="6" name="TextBox 5"/>
            <p:cNvSpPr txBox="1"/>
            <p:nvPr/>
          </p:nvSpPr>
          <p:spPr>
            <a:xfrm>
              <a:off x="1447989" y="5293250"/>
              <a:ext cx="2667092" cy="553998"/>
            </a:xfrm>
            <a:prstGeom prst="rect">
              <a:avLst/>
            </a:prstGeom>
            <a:noFill/>
          </p:spPr>
          <p:txBody>
            <a:bodyPr wrap="square" rtlCol="0">
              <a:spAutoFit/>
            </a:bodyPr>
            <a:lstStyle/>
            <a:p>
              <a:r>
                <a:rPr lang="en-US" sz="3000" dirty="0" err="1" smtClean="0">
                  <a:latin typeface="Lora" panose="020B0604020202020204" charset="0"/>
                  <a:cs typeface="Arial" panose="020B0604020202020204" pitchFamily="34" charset="0"/>
                </a:rPr>
                <a:t>Meterial</a:t>
              </a:r>
              <a:r>
                <a:rPr lang="en-US" sz="3000" dirty="0" smtClean="0">
                  <a:latin typeface="Lora" panose="020B0604020202020204" charset="0"/>
                  <a:cs typeface="Arial" panose="020B0604020202020204" pitchFamily="34" charset="0"/>
                </a:rPr>
                <a:t> - UI</a:t>
              </a:r>
              <a:endParaRPr lang="en-US" sz="3000" dirty="0">
                <a:latin typeface="Lora" panose="020B0604020202020204" charset="0"/>
                <a:cs typeface="Arial" panose="020B0604020202020204" pitchFamily="34" charset="0"/>
              </a:endParaRPr>
            </a:p>
          </p:txBody>
        </p:sp>
      </p:grpSp>
      <p:grpSp>
        <p:nvGrpSpPr>
          <p:cNvPr id="11" name="Group 10"/>
          <p:cNvGrpSpPr/>
          <p:nvPr/>
        </p:nvGrpSpPr>
        <p:grpSpPr>
          <a:xfrm>
            <a:off x="5305386" y="2728327"/>
            <a:ext cx="2743481" cy="3466766"/>
            <a:chOff x="6096000" y="2348663"/>
            <a:chExt cx="2743481" cy="3466766"/>
          </a:xfrm>
        </p:grpSpPr>
        <p:grpSp>
          <p:nvGrpSpPr>
            <p:cNvPr id="37" name="Group 36"/>
            <p:cNvGrpSpPr/>
            <p:nvPr/>
          </p:nvGrpSpPr>
          <p:grpSpPr>
            <a:xfrm>
              <a:off x="6096000" y="2348663"/>
              <a:ext cx="2743481" cy="2842135"/>
              <a:chOff x="6900809" y="2379729"/>
              <a:chExt cx="2743481" cy="2842135"/>
            </a:xfrm>
          </p:grpSpPr>
          <p:sp>
            <p:nvSpPr>
              <p:cNvPr id="28" name="Oval 27"/>
              <p:cNvSpPr/>
              <p:nvPr/>
            </p:nvSpPr>
            <p:spPr>
              <a:xfrm>
                <a:off x="6900809" y="2379729"/>
                <a:ext cx="2743481" cy="2842135"/>
              </a:xfrm>
              <a:prstGeom prst="ellipse">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8535" y="2590607"/>
                <a:ext cx="2328028" cy="2328028"/>
              </a:xfrm>
              <a:prstGeom prst="rect">
                <a:avLst/>
              </a:prstGeom>
            </p:spPr>
          </p:pic>
        </p:grpSp>
        <p:sp>
          <p:nvSpPr>
            <p:cNvPr id="41" name="TextBox 40"/>
            <p:cNvSpPr txBox="1"/>
            <p:nvPr/>
          </p:nvSpPr>
          <p:spPr>
            <a:xfrm>
              <a:off x="6934200" y="5261431"/>
              <a:ext cx="1481972" cy="553998"/>
            </a:xfrm>
            <a:prstGeom prst="rect">
              <a:avLst/>
            </a:prstGeom>
            <a:noFill/>
          </p:spPr>
          <p:txBody>
            <a:bodyPr wrap="square" rtlCol="0">
              <a:spAutoFit/>
            </a:bodyPr>
            <a:lstStyle/>
            <a:p>
              <a:r>
                <a:rPr lang="en-US" sz="3000" dirty="0" smtClean="0">
                  <a:latin typeface="Lora" panose="020B0604020202020204" charset="0"/>
                  <a:cs typeface="Arial" panose="020B0604020202020204" pitchFamily="34" charset="0"/>
                </a:rPr>
                <a:t>React</a:t>
              </a:r>
              <a:endParaRPr lang="en-US" sz="3000" dirty="0">
                <a:latin typeface="Lora" panose="020B0604020202020204" charset="0"/>
                <a:cs typeface="Arial" panose="020B0604020202020204" pitchFamily="34" charset="0"/>
              </a:endParaRPr>
            </a:p>
          </p:txBody>
        </p:sp>
      </p:grpSp>
      <p:grpSp>
        <p:nvGrpSpPr>
          <p:cNvPr id="12" name="Group 11"/>
          <p:cNvGrpSpPr/>
          <p:nvPr/>
        </p:nvGrpSpPr>
        <p:grpSpPr>
          <a:xfrm>
            <a:off x="10080240" y="2728329"/>
            <a:ext cx="2743481" cy="3466764"/>
            <a:chOff x="10820400" y="2348665"/>
            <a:chExt cx="2743481" cy="3466764"/>
          </a:xfrm>
        </p:grpSpPr>
        <p:grpSp>
          <p:nvGrpSpPr>
            <p:cNvPr id="4" name="Group 3"/>
            <p:cNvGrpSpPr/>
            <p:nvPr/>
          </p:nvGrpSpPr>
          <p:grpSpPr>
            <a:xfrm>
              <a:off x="10820400" y="2348665"/>
              <a:ext cx="2743481" cy="2842135"/>
              <a:chOff x="9946298" y="2333525"/>
              <a:chExt cx="2743481" cy="2842135"/>
            </a:xfrm>
          </p:grpSpPr>
          <p:sp>
            <p:nvSpPr>
              <p:cNvPr id="34" name="Oval 33"/>
              <p:cNvSpPr/>
              <p:nvPr/>
            </p:nvSpPr>
            <p:spPr>
              <a:xfrm>
                <a:off x="9946298" y="2333525"/>
                <a:ext cx="2743481" cy="2842135"/>
              </a:xfrm>
              <a:prstGeom prst="ellipse">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074099" y="2516342"/>
                <a:ext cx="2476500" cy="2476500"/>
              </a:xfrm>
              <a:prstGeom prst="rect">
                <a:avLst/>
              </a:prstGeom>
            </p:spPr>
          </p:pic>
        </p:grpSp>
        <p:sp>
          <p:nvSpPr>
            <p:cNvPr id="42" name="TextBox 41"/>
            <p:cNvSpPr txBox="1"/>
            <p:nvPr/>
          </p:nvSpPr>
          <p:spPr>
            <a:xfrm>
              <a:off x="11087381" y="5261431"/>
              <a:ext cx="2476500" cy="553998"/>
            </a:xfrm>
            <a:prstGeom prst="rect">
              <a:avLst/>
            </a:prstGeom>
            <a:noFill/>
          </p:spPr>
          <p:txBody>
            <a:bodyPr wrap="square" rtlCol="0">
              <a:spAutoFit/>
            </a:bodyPr>
            <a:lstStyle/>
            <a:p>
              <a:r>
                <a:rPr lang="en-US" sz="3000" dirty="0" err="1" smtClean="0">
                  <a:latin typeface="Lora" panose="020B0604020202020204" charset="0"/>
                  <a:cs typeface="Arial" panose="020B0604020202020204" pitchFamily="34" charset="0"/>
                </a:rPr>
                <a:t>TailwindCSS</a:t>
              </a:r>
              <a:endParaRPr lang="en-US" sz="3000" dirty="0">
                <a:latin typeface="Lora" panose="020B0604020202020204" charset="0"/>
                <a:cs typeface="Arial" panose="020B0604020202020204" pitchFamily="34" charset="0"/>
              </a:endParaRPr>
            </a:p>
          </p:txBody>
        </p:sp>
      </p:grpSp>
      <p:grpSp>
        <p:nvGrpSpPr>
          <p:cNvPr id="7" name="Group 6"/>
          <p:cNvGrpSpPr/>
          <p:nvPr/>
        </p:nvGrpSpPr>
        <p:grpSpPr>
          <a:xfrm>
            <a:off x="2795375" y="6037847"/>
            <a:ext cx="2743481" cy="3330378"/>
            <a:chOff x="1838053" y="5898096"/>
            <a:chExt cx="2743481" cy="3330378"/>
          </a:xfrm>
        </p:grpSpPr>
        <p:grpSp>
          <p:nvGrpSpPr>
            <p:cNvPr id="20" name="Group 19"/>
            <p:cNvGrpSpPr/>
            <p:nvPr/>
          </p:nvGrpSpPr>
          <p:grpSpPr>
            <a:xfrm>
              <a:off x="1838053" y="5898096"/>
              <a:ext cx="2743481" cy="2842135"/>
              <a:chOff x="2209800" y="4686300"/>
              <a:chExt cx="2743481" cy="2842135"/>
            </a:xfrm>
          </p:grpSpPr>
          <p:sp>
            <p:nvSpPr>
              <p:cNvPr id="19" name="Oval 18"/>
              <p:cNvSpPr/>
              <p:nvPr/>
            </p:nvSpPr>
            <p:spPr>
              <a:xfrm>
                <a:off x="2209800" y="4686300"/>
                <a:ext cx="2743481" cy="2842135"/>
              </a:xfrm>
              <a:prstGeom prst="ellipse">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4" descr="NodeJS và npm, cài đặt trong Ubuntu 20.04 | 18.04 | Ubunlo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37509" y="5492338"/>
                <a:ext cx="2684619" cy="1230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 name="TextBox 42"/>
            <p:cNvSpPr txBox="1"/>
            <p:nvPr/>
          </p:nvSpPr>
          <p:spPr>
            <a:xfrm>
              <a:off x="2342208" y="8674476"/>
              <a:ext cx="1731726" cy="553998"/>
            </a:xfrm>
            <a:prstGeom prst="rect">
              <a:avLst/>
            </a:prstGeom>
            <a:noFill/>
          </p:spPr>
          <p:txBody>
            <a:bodyPr wrap="square" rtlCol="0">
              <a:spAutoFit/>
            </a:bodyPr>
            <a:lstStyle/>
            <a:p>
              <a:r>
                <a:rPr lang="en-US" sz="3000" dirty="0" err="1" smtClean="0">
                  <a:latin typeface="Lora" panose="020B0604020202020204" charset="0"/>
                  <a:cs typeface="Arial" panose="020B0604020202020204" pitchFamily="34" charset="0"/>
                </a:rPr>
                <a:t>NodeJS</a:t>
              </a:r>
              <a:endParaRPr lang="en-US" sz="3000" dirty="0" smtClean="0">
                <a:latin typeface="Lora" panose="020B0604020202020204" charset="0"/>
                <a:cs typeface="Arial" panose="020B0604020202020204" pitchFamily="34" charset="0"/>
              </a:endParaRPr>
            </a:p>
          </p:txBody>
        </p:sp>
      </p:grpSp>
      <p:grpSp>
        <p:nvGrpSpPr>
          <p:cNvPr id="8" name="Group 7"/>
          <p:cNvGrpSpPr/>
          <p:nvPr/>
        </p:nvGrpSpPr>
        <p:grpSpPr>
          <a:xfrm>
            <a:off x="7610936" y="5968571"/>
            <a:ext cx="2743481" cy="3336164"/>
            <a:chOff x="7810500" y="5892477"/>
            <a:chExt cx="2743481" cy="3336164"/>
          </a:xfrm>
        </p:grpSpPr>
        <p:grpSp>
          <p:nvGrpSpPr>
            <p:cNvPr id="38" name="Group 37"/>
            <p:cNvGrpSpPr/>
            <p:nvPr/>
          </p:nvGrpSpPr>
          <p:grpSpPr>
            <a:xfrm>
              <a:off x="7810500" y="5892477"/>
              <a:ext cx="2743481" cy="2842135"/>
              <a:chOff x="7772259" y="5983778"/>
              <a:chExt cx="2743481" cy="2842135"/>
            </a:xfrm>
          </p:grpSpPr>
          <p:sp>
            <p:nvSpPr>
              <p:cNvPr id="22" name="Oval 21"/>
              <p:cNvSpPr/>
              <p:nvPr/>
            </p:nvSpPr>
            <p:spPr>
              <a:xfrm>
                <a:off x="7772259" y="5983778"/>
                <a:ext cx="2743481" cy="2842135"/>
              </a:xfrm>
              <a:prstGeom prst="ellipse">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66577" y="6210300"/>
                <a:ext cx="2082800" cy="2082800"/>
              </a:xfrm>
              <a:prstGeom prst="rect">
                <a:avLst/>
              </a:prstGeom>
            </p:spPr>
          </p:pic>
        </p:grpSp>
        <p:sp>
          <p:nvSpPr>
            <p:cNvPr id="44" name="TextBox 43"/>
            <p:cNvSpPr txBox="1"/>
            <p:nvPr/>
          </p:nvSpPr>
          <p:spPr>
            <a:xfrm>
              <a:off x="8248431" y="8674643"/>
              <a:ext cx="2065048" cy="553998"/>
            </a:xfrm>
            <a:prstGeom prst="rect">
              <a:avLst/>
            </a:prstGeom>
            <a:noFill/>
          </p:spPr>
          <p:txBody>
            <a:bodyPr wrap="square" rtlCol="0">
              <a:spAutoFit/>
            </a:bodyPr>
            <a:lstStyle/>
            <a:p>
              <a:r>
                <a:rPr lang="en-US" sz="3000" dirty="0" err="1" smtClean="0">
                  <a:latin typeface="Lora" panose="020B0604020202020204" charset="0"/>
                  <a:cs typeface="Arial" panose="020B0604020202020204" pitchFamily="34" charset="0"/>
                </a:rPr>
                <a:t>MongoDB</a:t>
              </a:r>
              <a:endParaRPr lang="en-US" sz="3000" dirty="0">
                <a:latin typeface="Lora" panose="020B0604020202020204" charset="0"/>
                <a:cs typeface="Arial" panose="020B0604020202020204" pitchFamily="34" charset="0"/>
              </a:endParaRPr>
            </a:p>
          </p:txBody>
        </p:sp>
      </p:grpSp>
      <p:grpSp>
        <p:nvGrpSpPr>
          <p:cNvPr id="9" name="Group 8"/>
          <p:cNvGrpSpPr/>
          <p:nvPr/>
        </p:nvGrpSpPr>
        <p:grpSpPr>
          <a:xfrm>
            <a:off x="12186775" y="5910247"/>
            <a:ext cx="2743481" cy="3457978"/>
            <a:chOff x="12770558" y="5830632"/>
            <a:chExt cx="2743481" cy="3457978"/>
          </a:xfrm>
        </p:grpSpPr>
        <p:grpSp>
          <p:nvGrpSpPr>
            <p:cNvPr id="39" name="Group 38"/>
            <p:cNvGrpSpPr/>
            <p:nvPr/>
          </p:nvGrpSpPr>
          <p:grpSpPr>
            <a:xfrm>
              <a:off x="12770558" y="5830632"/>
              <a:ext cx="2743481" cy="2842135"/>
              <a:chOff x="12724838" y="5981699"/>
              <a:chExt cx="2743481" cy="2842135"/>
            </a:xfrm>
          </p:grpSpPr>
          <p:sp>
            <p:nvSpPr>
              <p:cNvPr id="23" name="Oval 22"/>
              <p:cNvSpPr/>
              <p:nvPr/>
            </p:nvSpPr>
            <p:spPr>
              <a:xfrm>
                <a:off x="12724838" y="5981699"/>
                <a:ext cx="2743481" cy="2842135"/>
              </a:xfrm>
              <a:prstGeom prst="ellipse">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0" descr="File, type, vscode Free Icon of vscod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315342" y="6621530"/>
                <a:ext cx="1562471" cy="1562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 name="TextBox 44"/>
            <p:cNvSpPr txBox="1"/>
            <p:nvPr/>
          </p:nvSpPr>
          <p:spPr>
            <a:xfrm>
              <a:off x="13133327" y="8734612"/>
              <a:ext cx="2350232" cy="553998"/>
            </a:xfrm>
            <a:prstGeom prst="rect">
              <a:avLst/>
            </a:prstGeom>
            <a:noFill/>
          </p:spPr>
          <p:txBody>
            <a:bodyPr wrap="square" rtlCol="0">
              <a:spAutoFit/>
            </a:bodyPr>
            <a:lstStyle/>
            <a:p>
              <a:r>
                <a:rPr lang="en-US" sz="3000" dirty="0" smtClean="0">
                  <a:latin typeface="Lora" panose="020B0604020202020204" charset="0"/>
                  <a:cs typeface="Arial" panose="020B0604020202020204" pitchFamily="34" charset="0"/>
                </a:rPr>
                <a:t>Visual Code</a:t>
              </a:r>
              <a:endParaRPr lang="en-US" sz="3000" dirty="0">
                <a:latin typeface="Lora" panose="020B0604020202020204" charset="0"/>
                <a:cs typeface="Arial" panose="020B0604020202020204" pitchFamily="34" charset="0"/>
              </a:endParaRPr>
            </a:p>
          </p:txBody>
        </p:sp>
      </p:grpSp>
      <p:sp>
        <p:nvSpPr>
          <p:cNvPr id="32" name="AutoShape 6"/>
          <p:cNvSpPr/>
          <p:nvPr/>
        </p:nvSpPr>
        <p:spPr>
          <a:xfrm>
            <a:off x="5286873" y="1676173"/>
            <a:ext cx="7948905" cy="972304"/>
          </a:xfrm>
          <a:prstGeom prst="rect">
            <a:avLst/>
          </a:prstGeom>
          <a:solidFill>
            <a:schemeClr val="accent5">
              <a:lumMod val="40000"/>
              <a:lumOff val="60000"/>
            </a:schemeClr>
          </a:solidFill>
        </p:spPr>
        <p:txBody>
          <a:bodyPr anchor="ctr"/>
          <a:lstStyle/>
          <a:p>
            <a:pPr algn="ctr">
              <a:lnSpc>
                <a:spcPts val="4499"/>
              </a:lnSpc>
            </a:pPr>
            <a:r>
              <a:rPr lang="en-US" sz="5000" b="1" spc="29" dirty="0">
                <a:latin typeface="Times New Roman" panose="02020603050405020304" pitchFamily="18" charset="0"/>
                <a:cs typeface="Times New Roman" panose="02020603050405020304" pitchFamily="18" charset="0"/>
              </a:rPr>
              <a:t>Về </a:t>
            </a:r>
            <a:r>
              <a:rPr lang="en-US" sz="5000" b="1" spc="29" dirty="0" smtClean="0">
                <a:latin typeface="Times New Roman" panose="02020603050405020304" pitchFamily="18" charset="0"/>
                <a:cs typeface="Times New Roman" panose="02020603050405020304" pitchFamily="18" charset="0"/>
              </a:rPr>
              <a:t>kỹ thuật</a:t>
            </a:r>
            <a:endParaRPr lang="en-US" sz="5000" b="1" spc="29" dirty="0">
              <a:latin typeface="Times New Roman" panose="02020603050405020304" pitchFamily="18" charset="0"/>
              <a:cs typeface="Times New Roman" panose="02020603050405020304" pitchFamily="18" charset="0"/>
            </a:endParaRPr>
          </a:p>
        </p:txBody>
      </p:sp>
      <p:sp>
        <p:nvSpPr>
          <p:cNvPr id="46" name="AutoShape 6"/>
          <p:cNvSpPr/>
          <p:nvPr/>
        </p:nvSpPr>
        <p:spPr>
          <a:xfrm rot="16200000">
            <a:off x="13007723" y="2681196"/>
            <a:ext cx="7948905" cy="2572684"/>
          </a:xfrm>
          <a:prstGeom prst="rect">
            <a:avLst/>
          </a:prstGeom>
          <a:solidFill>
            <a:schemeClr val="accent5">
              <a:lumMod val="40000"/>
              <a:lumOff val="60000"/>
            </a:schemeClr>
          </a:solidFill>
        </p:spPr>
        <p:txBody>
          <a:bodyPr anchor="ctr"/>
          <a:lstStyle/>
          <a:p>
            <a:pPr algn="ctr">
              <a:lnSpc>
                <a:spcPts val="4499"/>
              </a:lnSpc>
            </a:pPr>
            <a:endParaRPr lang="en-US" sz="5000" b="1" spc="29" dirty="0">
              <a:latin typeface="Times New Roman" panose="02020603050405020304" pitchFamily="18" charset="0"/>
              <a:cs typeface="Times New Roman" panose="02020603050405020304" pitchFamily="18" charset="0"/>
            </a:endParaRPr>
          </a:p>
        </p:txBody>
      </p:sp>
      <p:sp>
        <p:nvSpPr>
          <p:cNvPr id="49" name="Freeform 4"/>
          <p:cNvSpPr/>
          <p:nvPr/>
        </p:nvSpPr>
        <p:spPr>
          <a:xfrm>
            <a:off x="16278083" y="-350446"/>
            <a:ext cx="4019834" cy="7740084"/>
          </a:xfrm>
          <a:custGeom>
            <a:avLst/>
            <a:gdLst/>
            <a:ahLst/>
            <a:cxnLst/>
            <a:rect l="l" t="t" r="r" b="b"/>
            <a:pathLst>
              <a:path w="5348398" h="6377653">
                <a:moveTo>
                  <a:pt x="0" y="0"/>
                </a:moveTo>
                <a:lnTo>
                  <a:pt x="0" y="6377653"/>
                </a:lnTo>
                <a:lnTo>
                  <a:pt x="5348398" y="6377653"/>
                </a:lnTo>
                <a:lnTo>
                  <a:pt x="5348398" y="0"/>
                </a:lnTo>
                <a:lnTo>
                  <a:pt x="0" y="0"/>
                </a:lnTo>
                <a:close/>
                <a:moveTo>
                  <a:pt x="5287437" y="6316694"/>
                </a:moveTo>
                <a:lnTo>
                  <a:pt x="59690" y="6316694"/>
                </a:lnTo>
                <a:lnTo>
                  <a:pt x="59690" y="59690"/>
                </a:lnTo>
                <a:lnTo>
                  <a:pt x="5287437" y="59690"/>
                </a:lnTo>
                <a:lnTo>
                  <a:pt x="5287437" y="6316694"/>
                </a:lnTo>
                <a:close/>
              </a:path>
            </a:pathLst>
          </a:custGeom>
          <a:solidFill>
            <a:srgbClr val="524C4C"/>
          </a:solidFill>
        </p:spPr>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sp>
        <p:nvSpPr>
          <p:cNvPr id="3" name="TextBox 3"/>
          <p:cNvSpPr txBox="1"/>
          <p:nvPr/>
        </p:nvSpPr>
        <p:spPr>
          <a:xfrm>
            <a:off x="5683794" y="1060834"/>
            <a:ext cx="8420100" cy="1086441"/>
          </a:xfrm>
          <a:prstGeom prst="rect">
            <a:avLst/>
          </a:prstGeom>
        </p:spPr>
        <p:txBody>
          <a:bodyPr wrap="square" lIns="0" tIns="0" rIns="0" bIns="0" rtlCol="0" anchor="t">
            <a:spAutoFit/>
          </a:bodyPr>
          <a:lstStyle/>
          <a:p>
            <a:pPr algn="ctr">
              <a:lnSpc>
                <a:spcPts val="8250"/>
              </a:lnSpc>
            </a:pPr>
            <a:r>
              <a:rPr lang="en-US" sz="7500" b="1" dirty="0" smtClean="0">
                <a:latin typeface="Times New Roman" panose="02020603050405020304" pitchFamily="18" charset="0"/>
                <a:cs typeface="Times New Roman" panose="02020603050405020304" pitchFamily="18" charset="0"/>
              </a:rPr>
              <a:t>Bố cục trình bày</a:t>
            </a:r>
            <a:endParaRPr lang="en-US" sz="7500" b="1" dirty="0">
              <a:latin typeface="Times New Roman" panose="02020603050405020304" pitchFamily="18" charset="0"/>
              <a:cs typeface="Times New Roman" panose="02020603050405020304" pitchFamily="18" charset="0"/>
            </a:endParaRPr>
          </a:p>
        </p:txBody>
      </p:sp>
      <p:sp>
        <p:nvSpPr>
          <p:cNvPr id="5" name="AutoShape 5"/>
          <p:cNvSpPr/>
          <p:nvPr/>
        </p:nvSpPr>
        <p:spPr>
          <a:xfrm rot="-5400000">
            <a:off x="-425631" y="5889004"/>
            <a:ext cx="6688182" cy="45719"/>
          </a:xfrm>
          <a:prstGeom prst="rect">
            <a:avLst/>
          </a:prstGeom>
          <a:solidFill>
            <a:srgbClr val="524C4C"/>
          </a:solidFill>
        </p:spPr>
      </p:sp>
      <p:sp>
        <p:nvSpPr>
          <p:cNvPr id="18" name="TextBox 8"/>
          <p:cNvSpPr txBox="1"/>
          <p:nvPr/>
        </p:nvSpPr>
        <p:spPr>
          <a:xfrm>
            <a:off x="3429000" y="6040174"/>
            <a:ext cx="6019800" cy="595099"/>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Kết</a:t>
            </a:r>
            <a:r>
              <a:rPr lang="en-US" sz="5400" spc="29" dirty="0" smtClean="0">
                <a:solidFill>
                  <a:srgbClr val="524C4C"/>
                </a:solidFill>
                <a:latin typeface="Times New Roman" panose="02020603050405020304" pitchFamily="18" charset="0"/>
                <a:cs typeface="Times New Roman" panose="02020603050405020304" pitchFamily="18" charset="0"/>
              </a:rPr>
              <a:t> </a:t>
            </a:r>
            <a:r>
              <a:rPr lang="en-US" sz="5400" spc="29" dirty="0" smtClean="0">
                <a:latin typeface="Times New Roman" panose="02020603050405020304" pitchFamily="18" charset="0"/>
                <a:cs typeface="Times New Roman" panose="02020603050405020304" pitchFamily="18" charset="0"/>
              </a:rPr>
              <a:t>luận</a:t>
            </a:r>
            <a:endParaRPr lang="en-US" sz="5400" spc="29" dirty="0">
              <a:latin typeface="Times New Roman" panose="02020603050405020304" pitchFamily="18" charset="0"/>
              <a:cs typeface="Times New Roman" panose="02020603050405020304" pitchFamily="18" charset="0"/>
            </a:endParaRPr>
          </a:p>
        </p:txBody>
      </p:sp>
      <p:sp>
        <p:nvSpPr>
          <p:cNvPr id="19" name="TextBox 8"/>
          <p:cNvSpPr txBox="1"/>
          <p:nvPr/>
        </p:nvSpPr>
        <p:spPr>
          <a:xfrm>
            <a:off x="3429000" y="7629831"/>
            <a:ext cx="60198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Demo</a:t>
            </a:r>
            <a:endParaRPr lang="en-US" sz="5400" spc="29" dirty="0">
              <a:latin typeface="Times New Roman" panose="02020603050405020304" pitchFamily="18" charset="0"/>
              <a:cs typeface="Times New Roman" panose="02020603050405020304" pitchFamily="18" charset="0"/>
            </a:endParaRPr>
          </a:p>
        </p:txBody>
      </p:sp>
      <p:sp>
        <p:nvSpPr>
          <p:cNvPr id="10" name="AutoShape 3"/>
          <p:cNvSpPr/>
          <p:nvPr/>
        </p:nvSpPr>
        <p:spPr>
          <a:xfrm>
            <a:off x="16459199" y="8801100"/>
            <a:ext cx="909709" cy="909708"/>
          </a:xfrm>
          <a:prstGeom prst="rect">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11</a:t>
            </a:r>
            <a:endParaRPr lang="en-US" sz="4000" dirty="0">
              <a:latin typeface="Times New Roman" panose="02020603050405020304" pitchFamily="18" charset="0"/>
              <a:cs typeface="Times New Roman" panose="02020603050405020304" pitchFamily="18" charset="0"/>
            </a:endParaRPr>
          </a:p>
        </p:txBody>
      </p:sp>
      <p:sp>
        <p:nvSpPr>
          <p:cNvPr id="11" name="TextBox 8"/>
          <p:cNvSpPr txBox="1"/>
          <p:nvPr/>
        </p:nvSpPr>
        <p:spPr>
          <a:xfrm>
            <a:off x="3429000" y="2933700"/>
            <a:ext cx="48006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Giới thiệu</a:t>
            </a:r>
            <a:endParaRPr lang="en-US" sz="5400" spc="29" dirty="0">
              <a:latin typeface="Times New Roman" panose="02020603050405020304" pitchFamily="18" charset="0"/>
              <a:cs typeface="Times New Roman" panose="02020603050405020304" pitchFamily="18" charset="0"/>
            </a:endParaRPr>
          </a:p>
        </p:txBody>
      </p:sp>
      <p:sp>
        <p:nvSpPr>
          <p:cNvPr id="12" name="TextBox 8"/>
          <p:cNvSpPr txBox="1"/>
          <p:nvPr/>
        </p:nvSpPr>
        <p:spPr>
          <a:xfrm>
            <a:off x="3429000" y="4486937"/>
            <a:ext cx="4800600" cy="613501"/>
          </a:xfrm>
          <a:prstGeom prst="rect">
            <a:avLst/>
          </a:prstGeom>
        </p:spPr>
        <p:txBody>
          <a:bodyPr wrap="square" lIns="0" tIns="0" rIns="0" bIns="0" rtlCol="0" anchor="t">
            <a:spAutoFit/>
          </a:bodyPr>
          <a:lstStyle/>
          <a:p>
            <a:pPr>
              <a:lnSpc>
                <a:spcPts val="4499"/>
              </a:lnSpc>
            </a:pPr>
            <a:r>
              <a:rPr lang="en-US" sz="5400" b="1" spc="29" dirty="0" smtClean="0">
                <a:latin typeface="Times New Roman" panose="02020603050405020304" pitchFamily="18" charset="0"/>
                <a:cs typeface="Times New Roman" panose="02020603050405020304" pitchFamily="18" charset="0"/>
              </a:rPr>
              <a:t>Nội dung</a:t>
            </a:r>
            <a:endParaRPr lang="en-US" sz="5400" b="1" spc="29" dirty="0">
              <a:latin typeface="Times New Roman" panose="02020603050405020304" pitchFamily="18" charset="0"/>
              <a:cs typeface="Times New Roman" panose="02020603050405020304" pitchFamily="18" charset="0"/>
            </a:endParaRPr>
          </a:p>
        </p:txBody>
      </p:sp>
      <p:sp>
        <p:nvSpPr>
          <p:cNvPr id="13" name="AutoShape 3"/>
          <p:cNvSpPr/>
          <p:nvPr/>
        </p:nvSpPr>
        <p:spPr>
          <a:xfrm>
            <a:off x="1742051" y="2767386"/>
            <a:ext cx="909709" cy="909708"/>
          </a:xfrm>
          <a:prstGeom prst="hexagon">
            <a:avLst/>
          </a:prstGeom>
          <a:solidFill>
            <a:schemeClr val="bg1"/>
          </a:solidFill>
        </p:spPr>
        <p:txBody>
          <a:bodyPr anchor="ctr"/>
          <a:lstStyle/>
          <a:p>
            <a:pPr algn="ctr">
              <a:spcBef>
                <a:spcPts val="600"/>
              </a:spcBef>
              <a:spcAft>
                <a:spcPts val="600"/>
              </a:spcAft>
            </a:pPr>
            <a:r>
              <a:rPr lang="en-US" sz="4000" dirty="0">
                <a:latin typeface="Times New Roman" panose="02020603050405020304" pitchFamily="18" charset="0"/>
                <a:cs typeface="Times New Roman" panose="02020603050405020304" pitchFamily="18" charset="0"/>
              </a:rPr>
              <a:t>1</a:t>
            </a:r>
          </a:p>
        </p:txBody>
      </p:sp>
      <p:sp>
        <p:nvSpPr>
          <p:cNvPr id="20" name="AutoShape 3"/>
          <p:cNvSpPr/>
          <p:nvPr/>
        </p:nvSpPr>
        <p:spPr>
          <a:xfrm>
            <a:off x="1742050" y="4320623"/>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2</a:t>
            </a:r>
            <a:endParaRPr lang="en-US" sz="4000" dirty="0">
              <a:latin typeface="Times New Roman" panose="02020603050405020304" pitchFamily="18" charset="0"/>
              <a:cs typeface="Times New Roman" panose="02020603050405020304" pitchFamily="18" charset="0"/>
            </a:endParaRPr>
          </a:p>
        </p:txBody>
      </p:sp>
      <p:sp>
        <p:nvSpPr>
          <p:cNvPr id="21" name="AutoShape 3"/>
          <p:cNvSpPr/>
          <p:nvPr/>
        </p:nvSpPr>
        <p:spPr>
          <a:xfrm>
            <a:off x="1742049" y="5873860"/>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3</a:t>
            </a:r>
            <a:endParaRPr lang="en-US" sz="4000" dirty="0">
              <a:latin typeface="Times New Roman" panose="02020603050405020304" pitchFamily="18" charset="0"/>
              <a:cs typeface="Times New Roman" panose="02020603050405020304" pitchFamily="18" charset="0"/>
            </a:endParaRPr>
          </a:p>
        </p:txBody>
      </p:sp>
      <p:sp>
        <p:nvSpPr>
          <p:cNvPr id="22" name="AutoShape 3"/>
          <p:cNvSpPr/>
          <p:nvPr/>
        </p:nvSpPr>
        <p:spPr>
          <a:xfrm>
            <a:off x="1742048" y="7427097"/>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4</a:t>
            </a:r>
            <a:endParaRPr lang="en-US" sz="4000" dirty="0">
              <a:latin typeface="Times New Roman" panose="02020603050405020304" pitchFamily="18" charset="0"/>
              <a:cs typeface="Times New Roman" panose="02020603050405020304" pitchFamily="18" charset="0"/>
            </a:endParaRPr>
          </a:p>
        </p:txBody>
      </p:sp>
      <p:sp>
        <p:nvSpPr>
          <p:cNvPr id="14" name="AutoShape 5"/>
          <p:cNvSpPr/>
          <p:nvPr/>
        </p:nvSpPr>
        <p:spPr>
          <a:xfrm>
            <a:off x="3210560" y="5100438"/>
            <a:ext cx="3215640" cy="63379"/>
          </a:xfrm>
          <a:prstGeom prst="rect">
            <a:avLst/>
          </a:prstGeom>
          <a:solidFill>
            <a:srgbClr val="524C4C"/>
          </a:solidFill>
        </p:spPr>
      </p:sp>
    </p:spTree>
    <p:extLst>
      <p:ext uri="{BB962C8B-B14F-4D97-AF65-F5344CB8AC3E}">
        <p14:creationId xmlns:p14="http://schemas.microsoft.com/office/powerpoint/2010/main" val="4856126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grpSp>
        <p:nvGrpSpPr>
          <p:cNvPr id="13" name="Group 12"/>
          <p:cNvGrpSpPr/>
          <p:nvPr/>
        </p:nvGrpSpPr>
        <p:grpSpPr>
          <a:xfrm>
            <a:off x="609600" y="513193"/>
            <a:ext cx="16878300" cy="1152420"/>
            <a:chOff x="609600" y="513193"/>
            <a:chExt cx="16878300" cy="1152420"/>
          </a:xfrm>
        </p:grpSpPr>
        <p:sp>
          <p:nvSpPr>
            <p:cNvPr id="14" name="AutoShape 16"/>
            <p:cNvSpPr/>
            <p:nvPr/>
          </p:nvSpPr>
          <p:spPr>
            <a:xfrm rot="5400000" flipH="1">
              <a:off x="5006341" y="-2776847"/>
              <a:ext cx="45719" cy="8839202"/>
            </a:xfrm>
            <a:prstGeom prst="rect">
              <a:avLst/>
            </a:prstGeom>
            <a:solidFill>
              <a:srgbClr val="524C4C"/>
            </a:solidFill>
          </p:spPr>
        </p:sp>
        <p:sp>
          <p:nvSpPr>
            <p:cNvPr id="15" name="TextBox 3"/>
            <p:cNvSpPr txBox="1"/>
            <p:nvPr/>
          </p:nvSpPr>
          <p:spPr>
            <a:xfrm>
              <a:off x="800100" y="513193"/>
              <a:ext cx="16687800" cy="988027"/>
            </a:xfrm>
            <a:prstGeom prst="rect">
              <a:avLst/>
            </a:prstGeom>
          </p:spPr>
          <p:txBody>
            <a:bodyPr wrap="square" lIns="0" tIns="0" rIns="0" bIns="0" rtlCol="0" anchor="t">
              <a:spAutoFit/>
            </a:bodyPr>
            <a:lstStyle/>
            <a:p>
              <a:pPr>
                <a:lnSpc>
                  <a:spcPts val="8250"/>
                </a:lnSpc>
              </a:pPr>
              <a:r>
                <a:rPr lang="en-US" sz="6500" dirty="0" smtClean="0">
                  <a:latin typeface="Arial" panose="020B0604020202020204" pitchFamily="34" charset="0"/>
                  <a:cs typeface="Arial" panose="020B0604020202020204" pitchFamily="34" charset="0"/>
                </a:rPr>
                <a:t>Mô hình luận lý dữ liệu</a:t>
              </a:r>
              <a:endParaRPr lang="en-US" sz="6500" dirty="0">
                <a:latin typeface="Arial" panose="020B0604020202020204" pitchFamily="34" charset="0"/>
                <a:cs typeface="Arial" panose="020B0604020202020204" pitchFamily="34" charset="0"/>
              </a:endParaRPr>
            </a:p>
          </p:txBody>
        </p:sp>
      </p:grpSp>
      <p:grpSp>
        <p:nvGrpSpPr>
          <p:cNvPr id="16" name="Group 15"/>
          <p:cNvGrpSpPr/>
          <p:nvPr/>
        </p:nvGrpSpPr>
        <p:grpSpPr>
          <a:xfrm>
            <a:off x="11353800" y="8801100"/>
            <a:ext cx="7661853" cy="939652"/>
            <a:chOff x="11353800" y="8801100"/>
            <a:chExt cx="7661853" cy="939652"/>
          </a:xfrm>
        </p:grpSpPr>
        <p:sp>
          <p:nvSpPr>
            <p:cNvPr id="17"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12</a:t>
              </a:r>
              <a:endParaRPr lang="en-US" sz="4000" dirty="0">
                <a:latin typeface="Times New Roman" panose="02020603050405020304" pitchFamily="18" charset="0"/>
                <a:cs typeface="Times New Roman" panose="02020603050405020304" pitchFamily="18" charset="0"/>
              </a:endParaRPr>
            </a:p>
          </p:txBody>
        </p:sp>
        <p:sp>
          <p:nvSpPr>
            <p:cNvPr id="18" name="TextBox 4"/>
            <p:cNvSpPr txBox="1"/>
            <p:nvPr/>
          </p:nvSpPr>
          <p:spPr>
            <a:xfrm>
              <a:off x="11353800" y="9304735"/>
              <a:ext cx="7661853" cy="436017"/>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2</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Nội dung</a:t>
              </a:r>
              <a:endParaRPr lang="en-US" sz="2400" spc="288" dirty="0">
                <a:solidFill>
                  <a:srgbClr val="524C4C"/>
                </a:solidFill>
                <a:latin typeface="Lora"/>
              </a:endParaRPr>
            </a:p>
          </p:txBody>
        </p:sp>
      </p:grpSp>
      <p:pic>
        <p:nvPicPr>
          <p:cNvPr id="20" name="Picture 19"/>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815540"/>
            <a:ext cx="12192000" cy="72373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grpSp>
        <p:nvGrpSpPr>
          <p:cNvPr id="7" name="Group 6"/>
          <p:cNvGrpSpPr/>
          <p:nvPr/>
        </p:nvGrpSpPr>
        <p:grpSpPr>
          <a:xfrm>
            <a:off x="609600" y="286777"/>
            <a:ext cx="16878300" cy="1152420"/>
            <a:chOff x="609600" y="513193"/>
            <a:chExt cx="16878300" cy="1152420"/>
          </a:xfrm>
        </p:grpSpPr>
        <p:sp>
          <p:nvSpPr>
            <p:cNvPr id="8" name="AutoShape 16"/>
            <p:cNvSpPr/>
            <p:nvPr/>
          </p:nvSpPr>
          <p:spPr>
            <a:xfrm rot="5400000" flipH="1">
              <a:off x="7635241" y="-5405747"/>
              <a:ext cx="45719" cy="14097002"/>
            </a:xfrm>
            <a:prstGeom prst="rect">
              <a:avLst/>
            </a:prstGeom>
            <a:solidFill>
              <a:srgbClr val="524C4C"/>
            </a:solidFill>
          </p:spPr>
        </p:sp>
        <p:sp>
          <p:nvSpPr>
            <p:cNvPr id="9" name="TextBox 3"/>
            <p:cNvSpPr txBox="1"/>
            <p:nvPr/>
          </p:nvSpPr>
          <p:spPr>
            <a:xfrm>
              <a:off x="800100" y="513193"/>
              <a:ext cx="16687800" cy="1064394"/>
            </a:xfrm>
            <a:prstGeom prst="rect">
              <a:avLst/>
            </a:prstGeom>
          </p:spPr>
          <p:txBody>
            <a:bodyPr wrap="square" lIns="0" tIns="0" rIns="0" bIns="0" rtlCol="0" anchor="t">
              <a:spAutoFit/>
            </a:bodyPr>
            <a:lstStyle/>
            <a:p>
              <a:pPr>
                <a:lnSpc>
                  <a:spcPts val="8250"/>
                </a:lnSpc>
              </a:pPr>
              <a:r>
                <a:rPr lang="en-US" sz="6500" dirty="0" smtClean="0">
                  <a:latin typeface="Arial" panose="020B0604020202020204" pitchFamily="34" charset="0"/>
                  <a:cs typeface="Arial" panose="020B0604020202020204" pitchFamily="34" charset="0"/>
                </a:rPr>
                <a:t>Sơ đồ phân rã chức năng</a:t>
              </a:r>
              <a:endParaRPr lang="en-US" sz="6500" dirty="0">
                <a:latin typeface="Arial" panose="020B0604020202020204" pitchFamily="34" charset="0"/>
                <a:cs typeface="Arial" panose="020B0604020202020204" pitchFamily="34" charset="0"/>
              </a:endParaRPr>
            </a:p>
          </p:txBody>
        </p:sp>
      </p:grpSp>
      <p:grpSp>
        <p:nvGrpSpPr>
          <p:cNvPr id="10" name="Group 9"/>
          <p:cNvGrpSpPr/>
          <p:nvPr/>
        </p:nvGrpSpPr>
        <p:grpSpPr>
          <a:xfrm>
            <a:off x="11353800" y="8801100"/>
            <a:ext cx="7661853" cy="939652"/>
            <a:chOff x="11353800" y="8801100"/>
            <a:chExt cx="7661853" cy="939652"/>
          </a:xfrm>
        </p:grpSpPr>
        <p:sp>
          <p:nvSpPr>
            <p:cNvPr id="11"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13</a:t>
              </a:r>
              <a:endParaRPr lang="en-US" sz="4000" dirty="0">
                <a:latin typeface="Times New Roman" panose="02020603050405020304" pitchFamily="18" charset="0"/>
                <a:cs typeface="Times New Roman" panose="02020603050405020304" pitchFamily="18" charset="0"/>
              </a:endParaRPr>
            </a:p>
          </p:txBody>
        </p:sp>
        <p:sp>
          <p:nvSpPr>
            <p:cNvPr id="12" name="TextBox 4"/>
            <p:cNvSpPr txBox="1"/>
            <p:nvPr/>
          </p:nvSpPr>
          <p:spPr>
            <a:xfrm>
              <a:off x="11353800" y="9304735"/>
              <a:ext cx="7661853" cy="436017"/>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2</a:t>
              </a:r>
              <a:r>
                <a:rPr lang="en-US" sz="2400" spc="288" dirty="0" smtClean="0">
                  <a:solidFill>
                    <a:srgbClr val="524C4C"/>
                  </a:solidFill>
                  <a:latin typeface="Lora"/>
                </a:rPr>
                <a:t> </a:t>
              </a:r>
              <a:r>
                <a:rPr lang="en-US" sz="2400" spc="288" dirty="0">
                  <a:solidFill>
                    <a:srgbClr val="524C4C"/>
                  </a:solidFill>
                  <a:latin typeface="Lora"/>
                </a:rPr>
                <a:t>| </a:t>
              </a:r>
              <a:r>
                <a:rPr lang="en-US" sz="2400" spc="288" dirty="0" smtClean="0">
                  <a:solidFill>
                    <a:srgbClr val="524C4C"/>
                  </a:solidFill>
                  <a:latin typeface="Lora"/>
                </a:rPr>
                <a:t>Nội dung</a:t>
              </a:r>
              <a:endParaRPr lang="en-US" sz="2400" spc="288" dirty="0">
                <a:solidFill>
                  <a:srgbClr val="524C4C"/>
                </a:solidFill>
                <a:latin typeface="Lora"/>
              </a:endParaRPr>
            </a:p>
          </p:txBody>
        </p:sp>
      </p:grpSp>
      <p:pic>
        <p:nvPicPr>
          <p:cNvPr id="13" name="Picture 12"/>
          <p:cNvPicPr/>
          <p:nvPr/>
        </p:nvPicPr>
        <p:blipFill>
          <a:blip r:embed="rId3">
            <a:extLst>
              <a:ext uri="{28A0092B-C50C-407E-A947-70E740481C1C}">
                <a14:useLocalDpi xmlns:a14="http://schemas.microsoft.com/office/drawing/2010/main" val="0"/>
              </a:ext>
            </a:extLst>
          </a:blip>
          <a:stretch>
            <a:fillRect/>
          </a:stretch>
        </p:blipFill>
        <p:spPr>
          <a:xfrm>
            <a:off x="3505202" y="1451898"/>
            <a:ext cx="11201400" cy="8735686"/>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sp>
        <p:nvSpPr>
          <p:cNvPr id="14" name="TextBox 3"/>
          <p:cNvSpPr txBox="1"/>
          <p:nvPr/>
        </p:nvSpPr>
        <p:spPr>
          <a:xfrm>
            <a:off x="800100" y="513193"/>
            <a:ext cx="7886700" cy="988027"/>
          </a:xfrm>
          <a:prstGeom prst="rect">
            <a:avLst/>
          </a:prstGeom>
        </p:spPr>
        <p:txBody>
          <a:bodyPr wrap="square" lIns="0" tIns="0" rIns="0" bIns="0" rtlCol="0" anchor="t">
            <a:spAutoFit/>
          </a:bodyPr>
          <a:lstStyle/>
          <a:p>
            <a:pPr>
              <a:lnSpc>
                <a:spcPts val="8250"/>
              </a:lnSpc>
            </a:pPr>
            <a:r>
              <a:rPr lang="en-US" sz="6500" dirty="0" smtClean="0">
                <a:latin typeface="Arial" panose="020B0604020202020204" pitchFamily="34" charset="0"/>
                <a:cs typeface="Arial" panose="020B0604020202020204" pitchFamily="34" charset="0"/>
              </a:rPr>
              <a:t>Kiểm thử</a:t>
            </a:r>
            <a:endParaRPr lang="en-US" sz="6500" dirty="0">
              <a:latin typeface="Arial" panose="020B0604020202020204" pitchFamily="34" charset="0"/>
              <a:cs typeface="Arial" panose="020B0604020202020204" pitchFamily="34" charset="0"/>
            </a:endParaRPr>
          </a:p>
        </p:txBody>
      </p:sp>
      <p:sp>
        <p:nvSpPr>
          <p:cNvPr id="15" name="AutoShape 16"/>
          <p:cNvSpPr/>
          <p:nvPr/>
        </p:nvSpPr>
        <p:spPr>
          <a:xfrm rot="5400000" flipH="1">
            <a:off x="2453640" y="-357891"/>
            <a:ext cx="45719" cy="3733800"/>
          </a:xfrm>
          <a:prstGeom prst="rect">
            <a:avLst/>
          </a:prstGeom>
          <a:solidFill>
            <a:srgbClr val="524C4C"/>
          </a:solidFill>
        </p:spPr>
      </p:sp>
      <p:grpSp>
        <p:nvGrpSpPr>
          <p:cNvPr id="20" name="Group 19"/>
          <p:cNvGrpSpPr/>
          <p:nvPr/>
        </p:nvGrpSpPr>
        <p:grpSpPr>
          <a:xfrm>
            <a:off x="11353800" y="8801100"/>
            <a:ext cx="7661853" cy="939652"/>
            <a:chOff x="11353800" y="8801100"/>
            <a:chExt cx="7661853" cy="939652"/>
          </a:xfrm>
        </p:grpSpPr>
        <p:sp>
          <p:nvSpPr>
            <p:cNvPr id="21"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14</a:t>
              </a:r>
              <a:endParaRPr lang="en-US" sz="4000" dirty="0">
                <a:latin typeface="Times New Roman" panose="02020603050405020304" pitchFamily="18" charset="0"/>
                <a:cs typeface="Times New Roman" panose="02020603050405020304" pitchFamily="18" charset="0"/>
              </a:endParaRPr>
            </a:p>
          </p:txBody>
        </p:sp>
        <p:sp>
          <p:nvSpPr>
            <p:cNvPr id="22" name="TextBox 4"/>
            <p:cNvSpPr txBox="1"/>
            <p:nvPr/>
          </p:nvSpPr>
          <p:spPr>
            <a:xfrm>
              <a:off x="11353800" y="9304735"/>
              <a:ext cx="7661853" cy="436017"/>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2</a:t>
              </a:r>
              <a:r>
                <a:rPr lang="en-US" sz="2400" spc="288" dirty="0" smtClean="0">
                  <a:solidFill>
                    <a:srgbClr val="524C4C"/>
                  </a:solidFill>
                  <a:latin typeface="Lora"/>
                </a:rPr>
                <a:t> </a:t>
              </a:r>
              <a:r>
                <a:rPr lang="en-US" sz="2400" spc="288" dirty="0" smtClean="0">
                  <a:solidFill>
                    <a:srgbClr val="524C4C"/>
                  </a:solidFill>
                  <a:latin typeface="Lora"/>
                </a:rPr>
                <a:t>| </a:t>
              </a:r>
              <a:r>
                <a:rPr lang="en-US" sz="2400" spc="288" dirty="0" smtClean="0">
                  <a:solidFill>
                    <a:srgbClr val="524C4C"/>
                  </a:solidFill>
                  <a:latin typeface="Lora"/>
                </a:rPr>
                <a:t>Nội dung</a:t>
              </a:r>
              <a:endParaRPr lang="en-US" sz="2400" spc="288" dirty="0">
                <a:solidFill>
                  <a:srgbClr val="524C4C"/>
                </a:solidFill>
                <a:latin typeface="Lora"/>
              </a:endParaRPr>
            </a:p>
          </p:txBody>
        </p:sp>
      </p:grpSp>
      <p:graphicFrame>
        <p:nvGraphicFramePr>
          <p:cNvPr id="5" name="Table 4"/>
          <p:cNvGraphicFramePr>
            <a:graphicFrameLocks noGrp="1"/>
          </p:cNvGraphicFramePr>
          <p:nvPr>
            <p:extLst>
              <p:ext uri="{D42A27DB-BD31-4B8C-83A1-F6EECF244321}">
                <p14:modId xmlns:p14="http://schemas.microsoft.com/office/powerpoint/2010/main" val="1383113020"/>
              </p:ext>
            </p:extLst>
          </p:nvPr>
        </p:nvGraphicFramePr>
        <p:xfrm>
          <a:off x="2971800" y="2095500"/>
          <a:ext cx="12192000" cy="5943600"/>
        </p:xfrm>
        <a:graphic>
          <a:graphicData uri="http://schemas.openxmlformats.org/drawingml/2006/table">
            <a:tbl>
              <a:tblPr firstRow="1" bandRow="1">
                <a:tableStyleId>{7DF18680-E054-41AD-8BC1-D1AEF772440D}</a:tableStyleId>
              </a:tblPr>
              <a:tblGrid>
                <a:gridCol w="6096000"/>
                <a:gridCol w="6096000"/>
              </a:tblGrid>
              <a:tr h="742950">
                <a:tc>
                  <a:txBody>
                    <a:bodyPr/>
                    <a:lstStyle/>
                    <a:p>
                      <a:pPr algn="ctr">
                        <a:lnSpc>
                          <a:spcPct val="120000"/>
                        </a:lnSpc>
                        <a:spcBef>
                          <a:spcPts val="600"/>
                        </a:spcBef>
                        <a:spcAft>
                          <a:spcPts val="600"/>
                        </a:spcAft>
                      </a:pPr>
                      <a:r>
                        <a:rPr lang="en-US" sz="3200" dirty="0" smtClean="0">
                          <a:solidFill>
                            <a:schemeClr val="tx1"/>
                          </a:solidFill>
                          <a:latin typeface="Arial" panose="020B0604020202020204" pitchFamily="34" charset="0"/>
                          <a:cs typeface="Arial" panose="020B0604020202020204" pitchFamily="34" charset="0"/>
                        </a:rPr>
                        <a:t>Các</a:t>
                      </a:r>
                      <a:r>
                        <a:rPr lang="en-US" sz="3200" baseline="0" dirty="0" smtClean="0">
                          <a:solidFill>
                            <a:schemeClr val="tx1"/>
                          </a:solidFill>
                          <a:latin typeface="Arial" panose="020B0604020202020204" pitchFamily="34" charset="0"/>
                          <a:cs typeface="Arial" panose="020B0604020202020204" pitchFamily="34" charset="0"/>
                        </a:rPr>
                        <a:t> chức năng</a:t>
                      </a:r>
                      <a:endParaRPr lang="en-US" sz="3200" dirty="0">
                        <a:solidFill>
                          <a:schemeClr val="tx1"/>
                        </a:solidFill>
                        <a:latin typeface="Arial" panose="020B0604020202020204" pitchFamily="34" charset="0"/>
                        <a:cs typeface="Arial" panose="020B0604020202020204" pitchFamily="34" charset="0"/>
                      </a:endParaRPr>
                    </a:p>
                  </a:txBody>
                  <a:tcPr anchor="ctr"/>
                </a:tc>
                <a:tc>
                  <a:txBody>
                    <a:bodyPr/>
                    <a:lstStyle/>
                    <a:p>
                      <a:pPr algn="ctr">
                        <a:lnSpc>
                          <a:spcPct val="120000"/>
                        </a:lnSpc>
                        <a:spcBef>
                          <a:spcPts val="600"/>
                        </a:spcBef>
                        <a:spcAft>
                          <a:spcPts val="600"/>
                        </a:spcAft>
                      </a:pPr>
                      <a:r>
                        <a:rPr lang="en-US" sz="3200" dirty="0" smtClean="0">
                          <a:solidFill>
                            <a:schemeClr val="tx1"/>
                          </a:solidFill>
                          <a:latin typeface="Arial" panose="020B0604020202020204" pitchFamily="34" charset="0"/>
                          <a:cs typeface="Arial" panose="020B0604020202020204" pitchFamily="34" charset="0"/>
                        </a:rPr>
                        <a:t>Kết</a:t>
                      </a:r>
                      <a:r>
                        <a:rPr lang="en-US" sz="3200" baseline="0" dirty="0" smtClean="0">
                          <a:solidFill>
                            <a:schemeClr val="tx1"/>
                          </a:solidFill>
                          <a:latin typeface="Arial" panose="020B0604020202020204" pitchFamily="34" charset="0"/>
                          <a:cs typeface="Arial" panose="020B0604020202020204" pitchFamily="34" charset="0"/>
                        </a:rPr>
                        <a:t> quả</a:t>
                      </a:r>
                      <a:endParaRPr lang="en-US" sz="3200" dirty="0">
                        <a:solidFill>
                          <a:schemeClr val="tx1"/>
                        </a:solidFill>
                        <a:latin typeface="Arial" panose="020B0604020202020204" pitchFamily="34" charset="0"/>
                        <a:cs typeface="Arial" panose="020B0604020202020204" pitchFamily="34" charset="0"/>
                      </a:endParaRPr>
                    </a:p>
                  </a:txBody>
                  <a:tcPr anchor="ctr"/>
                </a:tc>
              </a:tr>
              <a:tr h="742950">
                <a:tc>
                  <a:txBody>
                    <a:bodyPr/>
                    <a:lstStyle/>
                    <a:p>
                      <a:pPr marL="0" marR="0" lvl="0" indent="0" algn="ctr" defTabSz="914400" rtl="0" eaLnBrk="1" fontAlgn="auto" latinLnBrk="0" hangingPunct="1">
                        <a:lnSpc>
                          <a:spcPct val="120000"/>
                        </a:lnSpc>
                        <a:spcBef>
                          <a:spcPts val="600"/>
                        </a:spcBef>
                        <a:spcAft>
                          <a:spcPts val="600"/>
                        </a:spcAft>
                        <a:buClrTx/>
                        <a:buSzTx/>
                        <a:buFontTx/>
                        <a:buNone/>
                        <a:tabLst/>
                        <a:defRPr/>
                      </a:pPr>
                      <a:r>
                        <a:rPr lang="en-US" sz="3200" dirty="0" smtClean="0">
                          <a:solidFill>
                            <a:schemeClr val="tx1"/>
                          </a:solidFill>
                          <a:latin typeface="Inria Sans Light"/>
                          <a:ea typeface="Inria Sans Light"/>
                          <a:cs typeface="Inria Sans Light"/>
                          <a:sym typeface="Inria Sans Light"/>
                        </a:rPr>
                        <a:t>Đăng nhập/ Đăng ký</a:t>
                      </a:r>
                    </a:p>
                  </a:txBody>
                  <a:tcPr anchor="ctr"/>
                </a:tc>
                <a:tc>
                  <a:txBody>
                    <a:bodyPr/>
                    <a:lstStyle/>
                    <a:p>
                      <a:pPr marL="0" marR="0" lvl="0" indent="0" algn="ctr" defTabSz="914400" rtl="0" eaLnBrk="1" fontAlgn="auto" latinLnBrk="0" hangingPunct="1">
                        <a:lnSpc>
                          <a:spcPct val="120000"/>
                        </a:lnSpc>
                        <a:spcBef>
                          <a:spcPts val="600"/>
                        </a:spcBef>
                        <a:spcAft>
                          <a:spcPts val="600"/>
                        </a:spcAft>
                        <a:buClrTx/>
                        <a:buSzTx/>
                        <a:buFontTx/>
                        <a:buNone/>
                        <a:tabLst/>
                        <a:defRPr/>
                      </a:pPr>
                      <a:r>
                        <a:rPr lang="en-US" sz="3200" b="0" dirty="0" smtClean="0">
                          <a:solidFill>
                            <a:schemeClr val="tx1"/>
                          </a:solidFill>
                          <a:latin typeface="Inria Sans"/>
                          <a:ea typeface="Inria Sans"/>
                          <a:cs typeface="Inria Sans"/>
                          <a:sym typeface="Inria Sans"/>
                        </a:rPr>
                        <a:t>Hoạt động đúng yêu cầu</a:t>
                      </a:r>
                    </a:p>
                  </a:txBody>
                  <a:tcPr anchor="ctr"/>
                </a:tc>
              </a:tr>
              <a:tr h="742950">
                <a:tc>
                  <a:txBody>
                    <a:bodyPr/>
                    <a:lstStyle/>
                    <a:p>
                      <a:pPr algn="ctr">
                        <a:lnSpc>
                          <a:spcPct val="120000"/>
                        </a:lnSpc>
                        <a:spcBef>
                          <a:spcPts val="600"/>
                        </a:spcBef>
                        <a:spcAft>
                          <a:spcPts val="600"/>
                        </a:spcAft>
                      </a:pPr>
                      <a:r>
                        <a:rPr lang="en-US" sz="3200" dirty="0" smtClean="0">
                          <a:solidFill>
                            <a:schemeClr val="tx1"/>
                          </a:solidFill>
                          <a:latin typeface="Arial" panose="020B0604020202020204" pitchFamily="34" charset="0"/>
                          <a:cs typeface="Arial" panose="020B0604020202020204" pitchFamily="34" charset="0"/>
                        </a:rPr>
                        <a:t>Đổi</a:t>
                      </a:r>
                      <a:r>
                        <a:rPr lang="en-US" sz="3200" baseline="0" dirty="0" smtClean="0">
                          <a:solidFill>
                            <a:schemeClr val="tx1"/>
                          </a:solidFill>
                          <a:latin typeface="Arial" panose="020B0604020202020204" pitchFamily="34" charset="0"/>
                          <a:cs typeface="Arial" panose="020B0604020202020204" pitchFamily="34" charset="0"/>
                        </a:rPr>
                        <a:t> mật khẩu</a:t>
                      </a:r>
                      <a:endParaRPr lang="en-US" sz="3200" dirty="0">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20000"/>
                        </a:lnSpc>
                        <a:spcBef>
                          <a:spcPts val="600"/>
                        </a:spcBef>
                        <a:spcAft>
                          <a:spcPts val="600"/>
                        </a:spcAft>
                        <a:buClrTx/>
                        <a:buSzTx/>
                        <a:buFontTx/>
                        <a:buNone/>
                        <a:tabLst/>
                        <a:defRPr/>
                      </a:pPr>
                      <a:r>
                        <a:rPr lang="en-US" sz="3200" b="0" dirty="0" smtClean="0">
                          <a:solidFill>
                            <a:schemeClr val="tx1"/>
                          </a:solidFill>
                          <a:latin typeface="Inria Sans"/>
                          <a:ea typeface="Inria Sans"/>
                          <a:cs typeface="Inria Sans"/>
                          <a:sym typeface="Inria Sans"/>
                        </a:rPr>
                        <a:t>Hoạt động đúng yêu cầu</a:t>
                      </a:r>
                    </a:p>
                  </a:txBody>
                  <a:tcPr anchor="ctr"/>
                </a:tc>
              </a:tr>
              <a:tr h="742950">
                <a:tc>
                  <a:txBody>
                    <a:bodyPr/>
                    <a:lstStyle/>
                    <a:p>
                      <a:pPr algn="ctr">
                        <a:lnSpc>
                          <a:spcPct val="120000"/>
                        </a:lnSpc>
                        <a:spcBef>
                          <a:spcPts val="600"/>
                        </a:spcBef>
                        <a:spcAft>
                          <a:spcPts val="600"/>
                        </a:spcAft>
                      </a:pPr>
                      <a:r>
                        <a:rPr lang="en-US" sz="3200" dirty="0" smtClean="0">
                          <a:solidFill>
                            <a:schemeClr val="tx1"/>
                          </a:solidFill>
                          <a:latin typeface="Arial" panose="020B0604020202020204" pitchFamily="34" charset="0"/>
                          <a:cs typeface="Arial" panose="020B0604020202020204" pitchFamily="34" charset="0"/>
                        </a:rPr>
                        <a:t>Đặt</a:t>
                      </a:r>
                      <a:r>
                        <a:rPr lang="en-US" sz="3200" baseline="0" dirty="0" smtClean="0">
                          <a:solidFill>
                            <a:schemeClr val="tx1"/>
                          </a:solidFill>
                          <a:latin typeface="Arial" panose="020B0604020202020204" pitchFamily="34" charset="0"/>
                          <a:cs typeface="Arial" panose="020B0604020202020204" pitchFamily="34" charset="0"/>
                        </a:rPr>
                        <a:t> vé</a:t>
                      </a:r>
                      <a:endParaRPr lang="en-US" sz="3200" dirty="0">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20000"/>
                        </a:lnSpc>
                        <a:spcBef>
                          <a:spcPts val="600"/>
                        </a:spcBef>
                        <a:spcAft>
                          <a:spcPts val="600"/>
                        </a:spcAft>
                        <a:buClrTx/>
                        <a:buSzTx/>
                        <a:buFontTx/>
                        <a:buNone/>
                        <a:tabLst/>
                        <a:defRPr/>
                      </a:pPr>
                      <a:r>
                        <a:rPr lang="en-US" sz="3200" b="0" dirty="0" smtClean="0">
                          <a:solidFill>
                            <a:schemeClr val="tx1"/>
                          </a:solidFill>
                          <a:latin typeface="Inria Sans"/>
                          <a:ea typeface="Inria Sans"/>
                          <a:cs typeface="Inria Sans"/>
                          <a:sym typeface="Inria Sans"/>
                        </a:rPr>
                        <a:t>Hoạt động đúng yêu cầu</a:t>
                      </a:r>
                    </a:p>
                  </a:txBody>
                  <a:tcPr anchor="ctr"/>
                </a:tc>
              </a:tr>
              <a:tr h="742950">
                <a:tc>
                  <a:txBody>
                    <a:bodyPr/>
                    <a:lstStyle/>
                    <a:p>
                      <a:pPr algn="ctr">
                        <a:lnSpc>
                          <a:spcPct val="120000"/>
                        </a:lnSpc>
                        <a:spcBef>
                          <a:spcPts val="600"/>
                        </a:spcBef>
                        <a:spcAft>
                          <a:spcPts val="600"/>
                        </a:spcAft>
                      </a:pPr>
                      <a:r>
                        <a:rPr lang="en-US" sz="3200" dirty="0" smtClean="0">
                          <a:solidFill>
                            <a:schemeClr val="tx1"/>
                          </a:solidFill>
                          <a:latin typeface="Arial" panose="020B0604020202020204" pitchFamily="34" charset="0"/>
                          <a:cs typeface="Arial" panose="020B0604020202020204" pitchFamily="34" charset="0"/>
                        </a:rPr>
                        <a:t>Xem lịch</a:t>
                      </a:r>
                      <a:r>
                        <a:rPr lang="en-US" sz="3200" baseline="0" dirty="0" smtClean="0">
                          <a:solidFill>
                            <a:schemeClr val="tx1"/>
                          </a:solidFill>
                          <a:latin typeface="Arial" panose="020B0604020202020204" pitchFamily="34" charset="0"/>
                          <a:cs typeface="Arial" panose="020B0604020202020204" pitchFamily="34" charset="0"/>
                        </a:rPr>
                        <a:t> sử</a:t>
                      </a:r>
                      <a:endParaRPr lang="en-US" sz="3200" dirty="0">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20000"/>
                        </a:lnSpc>
                        <a:spcBef>
                          <a:spcPts val="600"/>
                        </a:spcBef>
                        <a:spcAft>
                          <a:spcPts val="600"/>
                        </a:spcAft>
                        <a:buClrTx/>
                        <a:buSzTx/>
                        <a:buFontTx/>
                        <a:buNone/>
                        <a:tabLst/>
                        <a:defRPr/>
                      </a:pPr>
                      <a:r>
                        <a:rPr lang="en-US" sz="3200" b="0" dirty="0" smtClean="0">
                          <a:solidFill>
                            <a:schemeClr val="tx1"/>
                          </a:solidFill>
                          <a:latin typeface="Inria Sans"/>
                          <a:ea typeface="Inria Sans"/>
                          <a:cs typeface="Inria Sans"/>
                          <a:sym typeface="Inria Sans"/>
                        </a:rPr>
                        <a:t>Hoạt động đúng yêu cầu</a:t>
                      </a:r>
                    </a:p>
                  </a:txBody>
                  <a:tcPr anchor="ctr"/>
                </a:tc>
              </a:tr>
              <a:tr h="742950">
                <a:tc>
                  <a:txBody>
                    <a:bodyPr/>
                    <a:lstStyle/>
                    <a:p>
                      <a:pPr algn="ctr">
                        <a:lnSpc>
                          <a:spcPct val="120000"/>
                        </a:lnSpc>
                        <a:spcBef>
                          <a:spcPts val="600"/>
                        </a:spcBef>
                        <a:spcAft>
                          <a:spcPts val="600"/>
                        </a:spcAft>
                      </a:pPr>
                      <a:r>
                        <a:rPr lang="en-US" sz="3200" dirty="0" smtClean="0">
                          <a:solidFill>
                            <a:schemeClr val="tx1"/>
                          </a:solidFill>
                          <a:latin typeface="Arial" panose="020B0604020202020204" pitchFamily="34" charset="0"/>
                          <a:cs typeface="Arial" panose="020B0604020202020204" pitchFamily="34" charset="0"/>
                        </a:rPr>
                        <a:t>Đăng</a:t>
                      </a:r>
                      <a:r>
                        <a:rPr lang="en-US" sz="3200" baseline="0" dirty="0" smtClean="0">
                          <a:solidFill>
                            <a:schemeClr val="tx1"/>
                          </a:solidFill>
                          <a:latin typeface="Arial" panose="020B0604020202020204" pitchFamily="34" charset="0"/>
                          <a:cs typeface="Arial" panose="020B0604020202020204" pitchFamily="34" charset="0"/>
                        </a:rPr>
                        <a:t> tour</a:t>
                      </a:r>
                      <a:endParaRPr lang="en-US" sz="3200" dirty="0">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20000"/>
                        </a:lnSpc>
                        <a:spcBef>
                          <a:spcPts val="600"/>
                        </a:spcBef>
                        <a:spcAft>
                          <a:spcPts val="600"/>
                        </a:spcAft>
                        <a:buClrTx/>
                        <a:buSzTx/>
                        <a:buFontTx/>
                        <a:buNone/>
                        <a:tabLst/>
                        <a:defRPr/>
                      </a:pPr>
                      <a:r>
                        <a:rPr lang="en-US" sz="3200" b="0" dirty="0" smtClean="0">
                          <a:solidFill>
                            <a:schemeClr val="tx1"/>
                          </a:solidFill>
                          <a:latin typeface="Inria Sans"/>
                          <a:ea typeface="Inria Sans"/>
                          <a:cs typeface="Inria Sans"/>
                          <a:sym typeface="Inria Sans"/>
                        </a:rPr>
                        <a:t>Hoạt động đúng yêu cầu</a:t>
                      </a:r>
                    </a:p>
                  </a:txBody>
                  <a:tcPr anchor="ctr"/>
                </a:tc>
              </a:tr>
              <a:tr h="742950">
                <a:tc>
                  <a:txBody>
                    <a:bodyPr/>
                    <a:lstStyle/>
                    <a:p>
                      <a:pPr algn="ctr">
                        <a:lnSpc>
                          <a:spcPct val="120000"/>
                        </a:lnSpc>
                        <a:spcBef>
                          <a:spcPts val="600"/>
                        </a:spcBef>
                        <a:spcAft>
                          <a:spcPts val="600"/>
                        </a:spcAft>
                      </a:pPr>
                      <a:r>
                        <a:rPr lang="en-US" sz="3200" dirty="0" smtClean="0">
                          <a:solidFill>
                            <a:schemeClr val="tx1"/>
                          </a:solidFill>
                          <a:latin typeface="Arial" panose="020B0604020202020204" pitchFamily="34" charset="0"/>
                          <a:cs typeface="Arial" panose="020B0604020202020204" pitchFamily="34" charset="0"/>
                        </a:rPr>
                        <a:t>Thống</a:t>
                      </a:r>
                      <a:r>
                        <a:rPr lang="en-US" sz="3200" baseline="0" dirty="0" smtClean="0">
                          <a:solidFill>
                            <a:schemeClr val="tx1"/>
                          </a:solidFill>
                          <a:latin typeface="Arial" panose="020B0604020202020204" pitchFamily="34" charset="0"/>
                          <a:cs typeface="Arial" panose="020B0604020202020204" pitchFamily="34" charset="0"/>
                        </a:rPr>
                        <a:t> kê</a:t>
                      </a:r>
                      <a:endParaRPr lang="en-US" sz="3200" dirty="0">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20000"/>
                        </a:lnSpc>
                        <a:spcBef>
                          <a:spcPts val="600"/>
                        </a:spcBef>
                        <a:spcAft>
                          <a:spcPts val="600"/>
                        </a:spcAft>
                        <a:buClrTx/>
                        <a:buSzTx/>
                        <a:buFontTx/>
                        <a:buNone/>
                        <a:tabLst/>
                        <a:defRPr/>
                      </a:pPr>
                      <a:r>
                        <a:rPr lang="en-US" sz="3200" b="0" dirty="0" smtClean="0">
                          <a:solidFill>
                            <a:schemeClr val="tx1"/>
                          </a:solidFill>
                          <a:latin typeface="Inria Sans"/>
                          <a:ea typeface="Inria Sans"/>
                          <a:cs typeface="Inria Sans"/>
                          <a:sym typeface="Inria Sans"/>
                        </a:rPr>
                        <a:t>Hoạt động đúng yêu cầu</a:t>
                      </a:r>
                    </a:p>
                  </a:txBody>
                  <a:tcPr anchor="ctr"/>
                </a:tc>
              </a:tr>
              <a:tr h="742950">
                <a:tc>
                  <a:txBody>
                    <a:bodyPr/>
                    <a:lstStyle/>
                    <a:p>
                      <a:pPr algn="ctr">
                        <a:lnSpc>
                          <a:spcPct val="120000"/>
                        </a:lnSpc>
                        <a:spcBef>
                          <a:spcPts val="600"/>
                        </a:spcBef>
                        <a:spcAft>
                          <a:spcPts val="600"/>
                        </a:spcAft>
                      </a:pPr>
                      <a:r>
                        <a:rPr lang="en-US" sz="3200" dirty="0" smtClean="0">
                          <a:solidFill>
                            <a:schemeClr val="tx1"/>
                          </a:solidFill>
                          <a:latin typeface="Arial" panose="020B0604020202020204" pitchFamily="34" charset="0"/>
                          <a:cs typeface="Arial" panose="020B0604020202020204" pitchFamily="34" charset="0"/>
                        </a:rPr>
                        <a:t>Cập</a:t>
                      </a:r>
                      <a:r>
                        <a:rPr lang="en-US" sz="3200" baseline="0" dirty="0" smtClean="0">
                          <a:solidFill>
                            <a:schemeClr val="tx1"/>
                          </a:solidFill>
                          <a:latin typeface="Arial" panose="020B0604020202020204" pitchFamily="34" charset="0"/>
                          <a:cs typeface="Arial" panose="020B0604020202020204" pitchFamily="34" charset="0"/>
                        </a:rPr>
                        <a:t> nhật thông tin</a:t>
                      </a:r>
                      <a:endParaRPr lang="en-US" sz="3200" dirty="0">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20000"/>
                        </a:lnSpc>
                        <a:spcBef>
                          <a:spcPts val="600"/>
                        </a:spcBef>
                        <a:spcAft>
                          <a:spcPts val="600"/>
                        </a:spcAft>
                        <a:buClrTx/>
                        <a:buSzTx/>
                        <a:buFontTx/>
                        <a:buNone/>
                        <a:tabLst/>
                        <a:defRPr/>
                      </a:pPr>
                      <a:r>
                        <a:rPr lang="en-US" sz="3200" b="0" dirty="0" smtClean="0">
                          <a:solidFill>
                            <a:schemeClr val="tx1"/>
                          </a:solidFill>
                          <a:latin typeface="Inria Sans"/>
                          <a:ea typeface="Inria Sans"/>
                          <a:cs typeface="Inria Sans"/>
                          <a:sym typeface="Inria Sans"/>
                        </a:rPr>
                        <a:t>Hoạt động đúng yêu cầu</a:t>
                      </a:r>
                    </a:p>
                  </a:txBody>
                  <a:tcPr anchor="ctr"/>
                </a:tc>
              </a:tr>
            </a:tbl>
          </a:graphicData>
        </a:graphic>
      </p:graphicFrame>
    </p:spTree>
    <p:extLst>
      <p:ext uri="{BB962C8B-B14F-4D97-AF65-F5344CB8AC3E}">
        <p14:creationId xmlns:p14="http://schemas.microsoft.com/office/powerpoint/2010/main" val="27604718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sp>
        <p:nvSpPr>
          <p:cNvPr id="16" name="AutoShape 4"/>
          <p:cNvSpPr/>
          <p:nvPr/>
        </p:nvSpPr>
        <p:spPr>
          <a:xfrm>
            <a:off x="1251804" y="1714500"/>
            <a:ext cx="1396933" cy="1419623"/>
          </a:xfrm>
          <a:prstGeom prst="rect">
            <a:avLst/>
          </a:prstGeom>
          <a:solidFill>
            <a:schemeClr val="bg1"/>
          </a:solidFill>
        </p:spPr>
      </p:sp>
      <p:sp>
        <p:nvSpPr>
          <p:cNvPr id="5" name="AutoShape 5"/>
          <p:cNvSpPr/>
          <p:nvPr/>
        </p:nvSpPr>
        <p:spPr>
          <a:xfrm rot="-5400000" flipH="1">
            <a:off x="9235441" y="-3933925"/>
            <a:ext cx="45719" cy="10744200"/>
          </a:xfrm>
          <a:prstGeom prst="rect">
            <a:avLst/>
          </a:prstGeom>
          <a:solidFill>
            <a:srgbClr val="524C4C"/>
          </a:solidFill>
        </p:spPr>
      </p:sp>
      <p:sp>
        <p:nvSpPr>
          <p:cNvPr id="15" name="TextBox 3"/>
          <p:cNvSpPr txBox="1"/>
          <p:nvPr/>
        </p:nvSpPr>
        <p:spPr>
          <a:xfrm>
            <a:off x="1647159" y="313671"/>
            <a:ext cx="15240000" cy="975139"/>
          </a:xfrm>
          <a:prstGeom prst="rect">
            <a:avLst/>
          </a:prstGeom>
        </p:spPr>
        <p:txBody>
          <a:bodyPr wrap="square" lIns="0" tIns="0" rIns="0" bIns="0" rtlCol="0" anchor="t">
            <a:spAutoFit/>
          </a:bodyPr>
          <a:lstStyle/>
          <a:p>
            <a:pPr algn="ctr">
              <a:lnSpc>
                <a:spcPts val="8250"/>
              </a:lnSpc>
            </a:pPr>
            <a:r>
              <a:rPr lang="en-US" sz="5500" dirty="0" smtClean="0">
                <a:latin typeface="Lora" panose="020B0604020202020204" charset="0"/>
                <a:cs typeface="Arial" panose="020B0604020202020204" pitchFamily="34" charset="0"/>
              </a:rPr>
              <a:t>Minh họa ứng dụng </a:t>
            </a:r>
            <a:r>
              <a:rPr lang="en-US" sz="5500" dirty="0" smtClean="0">
                <a:latin typeface="Lora" panose="020B0604020202020204" charset="0"/>
                <a:cs typeface="Arial" panose="020B0604020202020204" pitchFamily="34" charset="0"/>
              </a:rPr>
              <a:t>người dùng</a:t>
            </a:r>
            <a:endParaRPr lang="en-US" sz="5500" dirty="0">
              <a:latin typeface="Lora" panose="020B060402020202020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9180" y="2243507"/>
            <a:ext cx="4131022" cy="7347712"/>
          </a:xfrm>
          <a:prstGeom prst="rect">
            <a:avLst/>
          </a:prstGeom>
          <a:ln>
            <a:solidFill>
              <a:schemeClr val="tx1"/>
            </a:solidFill>
          </a:ln>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7400" y="2243507"/>
            <a:ext cx="4147403" cy="7376847"/>
          </a:xfrm>
          <a:prstGeom prst="rect">
            <a:avLst/>
          </a:prstGeom>
          <a:ln>
            <a:solidFill>
              <a:schemeClr val="tx1"/>
            </a:solidFill>
          </a:ln>
        </p:spPr>
      </p:pic>
      <p:sp>
        <p:nvSpPr>
          <p:cNvPr id="23" name="Freeform 4"/>
          <p:cNvSpPr/>
          <p:nvPr/>
        </p:nvSpPr>
        <p:spPr>
          <a:xfrm>
            <a:off x="-1807375" y="-2171700"/>
            <a:ext cx="4019834" cy="4793417"/>
          </a:xfrm>
          <a:custGeom>
            <a:avLst/>
            <a:gdLst/>
            <a:ahLst/>
            <a:cxnLst/>
            <a:rect l="l" t="t" r="r" b="b"/>
            <a:pathLst>
              <a:path w="5348398" h="6377653">
                <a:moveTo>
                  <a:pt x="0" y="0"/>
                </a:moveTo>
                <a:lnTo>
                  <a:pt x="0" y="6377653"/>
                </a:lnTo>
                <a:lnTo>
                  <a:pt x="5348398" y="6377653"/>
                </a:lnTo>
                <a:lnTo>
                  <a:pt x="5348398" y="0"/>
                </a:lnTo>
                <a:lnTo>
                  <a:pt x="0" y="0"/>
                </a:lnTo>
                <a:close/>
                <a:moveTo>
                  <a:pt x="5287437" y="6316694"/>
                </a:moveTo>
                <a:lnTo>
                  <a:pt x="59690" y="6316694"/>
                </a:lnTo>
                <a:lnTo>
                  <a:pt x="59690" y="59690"/>
                </a:lnTo>
                <a:lnTo>
                  <a:pt x="5287437" y="59690"/>
                </a:lnTo>
                <a:lnTo>
                  <a:pt x="5287437" y="6316694"/>
                </a:lnTo>
                <a:close/>
              </a:path>
            </a:pathLst>
          </a:custGeom>
          <a:solidFill>
            <a:srgbClr val="524C4C"/>
          </a:solidFill>
        </p:spPr>
      </p:sp>
      <p:grpSp>
        <p:nvGrpSpPr>
          <p:cNvPr id="24" name="Group 23"/>
          <p:cNvGrpSpPr/>
          <p:nvPr/>
        </p:nvGrpSpPr>
        <p:grpSpPr>
          <a:xfrm>
            <a:off x="11353800" y="8801100"/>
            <a:ext cx="7661853" cy="939652"/>
            <a:chOff x="11353800" y="8801100"/>
            <a:chExt cx="7661853" cy="939652"/>
          </a:xfrm>
        </p:grpSpPr>
        <p:sp>
          <p:nvSpPr>
            <p:cNvPr id="25" name="AutoShape 3"/>
            <p:cNvSpPr/>
            <p:nvPr/>
          </p:nvSpPr>
          <p:spPr>
            <a:xfrm>
              <a:off x="16459199" y="8801100"/>
              <a:ext cx="909709" cy="909708"/>
            </a:xfrm>
            <a:prstGeom prst="rect">
              <a:avLst/>
            </a:prstGeom>
            <a:solidFill>
              <a:schemeClr val="bg1"/>
            </a:solidFill>
          </p:spPr>
          <p:txBody>
            <a:bodyPr anchor="ctr"/>
            <a:lstStyle/>
            <a:p>
              <a:pPr algn="ctr"/>
              <a:r>
                <a:rPr lang="en-US" sz="4000" dirty="0" smtClean="0">
                  <a:latin typeface="Times New Roman" panose="02020603050405020304" pitchFamily="18" charset="0"/>
                  <a:cs typeface="Times New Roman" panose="02020603050405020304" pitchFamily="18" charset="0"/>
                </a:rPr>
                <a:t>15</a:t>
              </a:r>
              <a:endParaRPr lang="en-US" sz="4000" dirty="0">
                <a:latin typeface="Times New Roman" panose="02020603050405020304" pitchFamily="18" charset="0"/>
                <a:cs typeface="Times New Roman" panose="02020603050405020304" pitchFamily="18" charset="0"/>
              </a:endParaRPr>
            </a:p>
          </p:txBody>
        </p:sp>
        <p:sp>
          <p:nvSpPr>
            <p:cNvPr id="26" name="TextBox 4"/>
            <p:cNvSpPr txBox="1"/>
            <p:nvPr/>
          </p:nvSpPr>
          <p:spPr>
            <a:xfrm>
              <a:off x="11353800" y="9304735"/>
              <a:ext cx="7661853" cy="436017"/>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2</a:t>
              </a:r>
              <a:r>
                <a:rPr lang="en-US" sz="2400" spc="288" dirty="0" smtClean="0">
                  <a:solidFill>
                    <a:srgbClr val="524C4C"/>
                  </a:solidFill>
                  <a:latin typeface="Lora"/>
                </a:rPr>
                <a:t> </a:t>
              </a:r>
              <a:r>
                <a:rPr lang="en-US" sz="2400" spc="288" dirty="0" smtClean="0">
                  <a:solidFill>
                    <a:srgbClr val="524C4C"/>
                  </a:solidFill>
                  <a:latin typeface="Lora"/>
                </a:rPr>
                <a:t>| </a:t>
              </a:r>
              <a:r>
                <a:rPr lang="en-US" sz="2400" spc="288" dirty="0" smtClean="0">
                  <a:solidFill>
                    <a:srgbClr val="524C4C"/>
                  </a:solidFill>
                  <a:latin typeface="Lora"/>
                </a:rPr>
                <a:t>Nội dung</a:t>
              </a:r>
              <a:endParaRPr lang="en-US" sz="2400" spc="288" dirty="0">
                <a:solidFill>
                  <a:srgbClr val="524C4C"/>
                </a:solidFill>
                <a:latin typeface="Lora"/>
              </a:endParaRPr>
            </a:p>
          </p:txBody>
        </p:sp>
      </p:grpSp>
    </p:spTree>
    <p:extLst>
      <p:ext uri="{BB962C8B-B14F-4D97-AF65-F5344CB8AC3E}">
        <p14:creationId xmlns:p14="http://schemas.microsoft.com/office/powerpoint/2010/main" val="38905538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sp>
        <p:nvSpPr>
          <p:cNvPr id="16" name="AutoShape 4"/>
          <p:cNvSpPr/>
          <p:nvPr/>
        </p:nvSpPr>
        <p:spPr>
          <a:xfrm>
            <a:off x="729957" y="70773"/>
            <a:ext cx="1290708" cy="1290708"/>
          </a:xfrm>
          <a:prstGeom prst="rect">
            <a:avLst/>
          </a:prstGeom>
          <a:solidFill>
            <a:schemeClr val="bg1"/>
          </a:solidFill>
        </p:spPr>
      </p:sp>
      <p:sp>
        <p:nvSpPr>
          <p:cNvPr id="5" name="AutoShape 5"/>
          <p:cNvSpPr/>
          <p:nvPr/>
        </p:nvSpPr>
        <p:spPr>
          <a:xfrm rot="-5400000" flipH="1">
            <a:off x="13634868" y="-3416168"/>
            <a:ext cx="45719" cy="9296403"/>
          </a:xfrm>
          <a:prstGeom prst="rect">
            <a:avLst/>
          </a:prstGeom>
          <a:solidFill>
            <a:srgbClr val="524C4C"/>
          </a:solidFill>
        </p:spPr>
      </p:sp>
      <p:sp>
        <p:nvSpPr>
          <p:cNvPr id="15" name="TextBox 3"/>
          <p:cNvSpPr txBox="1"/>
          <p:nvPr/>
        </p:nvSpPr>
        <p:spPr>
          <a:xfrm>
            <a:off x="-914400" y="189407"/>
            <a:ext cx="10918734" cy="2039533"/>
          </a:xfrm>
          <a:prstGeom prst="rect">
            <a:avLst/>
          </a:prstGeom>
        </p:spPr>
        <p:txBody>
          <a:bodyPr wrap="square" lIns="0" tIns="0" rIns="0" bIns="0" rtlCol="0" anchor="t">
            <a:spAutoFit/>
          </a:bodyPr>
          <a:lstStyle/>
          <a:p>
            <a:pPr algn="ctr">
              <a:lnSpc>
                <a:spcPts val="8250"/>
              </a:lnSpc>
            </a:pPr>
            <a:r>
              <a:rPr lang="en-US" sz="5500" dirty="0" smtClean="0">
                <a:latin typeface="Lora" panose="020B0604020202020204" charset="0"/>
                <a:cs typeface="Arial" panose="020B0604020202020204" pitchFamily="34" charset="0"/>
              </a:rPr>
              <a:t>Minh họa ứng dụng</a:t>
            </a:r>
          </a:p>
          <a:p>
            <a:pPr algn="ctr">
              <a:lnSpc>
                <a:spcPts val="8250"/>
              </a:lnSpc>
            </a:pPr>
            <a:r>
              <a:rPr lang="en-US" sz="5500" dirty="0">
                <a:latin typeface="Lora" panose="020B0604020202020204" charset="0"/>
                <a:cs typeface="Arial" panose="020B0604020202020204" pitchFamily="34" charset="0"/>
              </a:rPr>
              <a:t>n</a:t>
            </a:r>
            <a:r>
              <a:rPr lang="en-US" sz="5500" dirty="0" smtClean="0">
                <a:latin typeface="Lora" panose="020B0604020202020204" charset="0"/>
                <a:cs typeface="Arial" panose="020B0604020202020204" pitchFamily="34" charset="0"/>
              </a:rPr>
              <a:t>gười dùng</a:t>
            </a:r>
            <a:endParaRPr lang="en-US" sz="5500" dirty="0">
              <a:latin typeface="Lora" panose="020B0604020202020204" charset="0"/>
              <a:cs typeface="Arial" panose="020B0604020202020204" pitchFamily="34"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3242" y="2400300"/>
            <a:ext cx="4363449" cy="7761122"/>
          </a:xfrm>
          <a:prstGeom prst="rect">
            <a:avLst/>
          </a:prstGeom>
          <a:ln>
            <a:solidFill>
              <a:schemeClr val="tx1"/>
            </a:solidFill>
          </a:ln>
        </p:spPr>
      </p:pic>
      <p:grpSp>
        <p:nvGrpSpPr>
          <p:cNvPr id="9" name="Group 8"/>
          <p:cNvGrpSpPr/>
          <p:nvPr/>
        </p:nvGrpSpPr>
        <p:grpSpPr>
          <a:xfrm>
            <a:off x="11353800" y="8801100"/>
            <a:ext cx="7661853" cy="939652"/>
            <a:chOff x="11353800" y="8801100"/>
            <a:chExt cx="7661853" cy="939652"/>
          </a:xfrm>
        </p:grpSpPr>
        <p:sp>
          <p:nvSpPr>
            <p:cNvPr id="11"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16</a:t>
              </a:r>
              <a:endParaRPr lang="en-US" sz="4000" dirty="0">
                <a:latin typeface="Times New Roman" panose="02020603050405020304" pitchFamily="18" charset="0"/>
                <a:cs typeface="Times New Roman" panose="02020603050405020304" pitchFamily="18" charset="0"/>
              </a:endParaRPr>
            </a:p>
          </p:txBody>
        </p:sp>
        <p:sp>
          <p:nvSpPr>
            <p:cNvPr id="12" name="TextBox 4"/>
            <p:cNvSpPr txBox="1"/>
            <p:nvPr/>
          </p:nvSpPr>
          <p:spPr>
            <a:xfrm>
              <a:off x="11353800" y="9304735"/>
              <a:ext cx="7661853" cy="436017"/>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2</a:t>
              </a:r>
              <a:r>
                <a:rPr lang="en-US" sz="2400" spc="288" dirty="0" smtClean="0">
                  <a:solidFill>
                    <a:srgbClr val="524C4C"/>
                  </a:solidFill>
                  <a:latin typeface="Lora"/>
                </a:rPr>
                <a:t> </a:t>
              </a:r>
              <a:r>
                <a:rPr lang="en-US" sz="2400" spc="288" dirty="0" smtClean="0">
                  <a:solidFill>
                    <a:srgbClr val="524C4C"/>
                  </a:solidFill>
                  <a:latin typeface="Lora"/>
                </a:rPr>
                <a:t>| </a:t>
              </a:r>
              <a:r>
                <a:rPr lang="en-US" sz="2400" spc="288" dirty="0" smtClean="0">
                  <a:solidFill>
                    <a:srgbClr val="524C4C"/>
                  </a:solidFill>
                  <a:latin typeface="Lora"/>
                </a:rPr>
                <a:t>Nội dung</a:t>
              </a:r>
              <a:endParaRPr lang="en-US" sz="2400" spc="288" dirty="0">
                <a:solidFill>
                  <a:srgbClr val="524C4C"/>
                </a:solidFill>
                <a:latin typeface="Lora"/>
              </a:endParaRPr>
            </a:p>
          </p:txBody>
        </p:sp>
      </p:grpSp>
    </p:spTree>
    <p:extLst>
      <p:ext uri="{BB962C8B-B14F-4D97-AF65-F5344CB8AC3E}">
        <p14:creationId xmlns:p14="http://schemas.microsoft.com/office/powerpoint/2010/main" val="186061235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AutoShape 5"/>
          <p:cNvSpPr/>
          <p:nvPr/>
        </p:nvSpPr>
        <p:spPr>
          <a:xfrm rot="-5400000" flipH="1">
            <a:off x="9127918" y="-3323394"/>
            <a:ext cx="45719" cy="9462355"/>
          </a:xfrm>
          <a:prstGeom prst="rect">
            <a:avLst/>
          </a:prstGeom>
          <a:solidFill>
            <a:srgbClr val="524C4C"/>
          </a:solidFill>
        </p:spPr>
      </p:sp>
      <p:sp>
        <p:nvSpPr>
          <p:cNvPr id="15" name="TextBox 3"/>
          <p:cNvSpPr txBox="1"/>
          <p:nvPr/>
        </p:nvSpPr>
        <p:spPr>
          <a:xfrm>
            <a:off x="3747280" y="297719"/>
            <a:ext cx="10918734" cy="975139"/>
          </a:xfrm>
          <a:prstGeom prst="rect">
            <a:avLst/>
          </a:prstGeom>
        </p:spPr>
        <p:txBody>
          <a:bodyPr wrap="square" lIns="0" tIns="0" rIns="0" bIns="0" rtlCol="0" anchor="t">
            <a:spAutoFit/>
          </a:bodyPr>
          <a:lstStyle/>
          <a:p>
            <a:pPr algn="ctr">
              <a:lnSpc>
                <a:spcPts val="8250"/>
              </a:lnSpc>
            </a:pPr>
            <a:r>
              <a:rPr lang="en-US" sz="5500" dirty="0" smtClean="0">
                <a:latin typeface="Lora" panose="020B0604020202020204" charset="0"/>
                <a:cs typeface="Arial" panose="020B0604020202020204" pitchFamily="34" charset="0"/>
              </a:rPr>
              <a:t>Minh họa ứng dụng </a:t>
            </a:r>
            <a:r>
              <a:rPr lang="en-US" sz="5500" dirty="0" smtClean="0">
                <a:latin typeface="Lora" panose="020B0604020202020204" charset="0"/>
                <a:cs typeface="Arial" panose="020B0604020202020204" pitchFamily="34" charset="0"/>
              </a:rPr>
              <a:t>quản lý</a:t>
            </a:r>
            <a:endParaRPr lang="en-US" sz="5500" dirty="0">
              <a:latin typeface="Lora" panose="020B0604020202020204" charset="0"/>
              <a:cs typeface="Arial" panose="020B0604020202020204" pitchFamily="34" charset="0"/>
            </a:endParaRPr>
          </a:p>
        </p:txBody>
      </p:sp>
      <p:pic>
        <p:nvPicPr>
          <p:cNvPr id="2" name="Picture 1"/>
          <p:cNvPicPr>
            <a:picLocks noChangeAspect="1"/>
          </p:cNvPicPr>
          <p:nvPr/>
        </p:nvPicPr>
        <p:blipFill>
          <a:blip r:embed="rId3"/>
          <a:stretch>
            <a:fillRect/>
          </a:stretch>
        </p:blipFill>
        <p:spPr>
          <a:xfrm>
            <a:off x="1867907" y="1542709"/>
            <a:ext cx="14565739" cy="7225038"/>
          </a:xfrm>
          <a:prstGeom prst="rect">
            <a:avLst/>
          </a:prstGeom>
        </p:spPr>
      </p:pic>
      <p:grpSp>
        <p:nvGrpSpPr>
          <p:cNvPr id="11" name="Group 10"/>
          <p:cNvGrpSpPr/>
          <p:nvPr/>
        </p:nvGrpSpPr>
        <p:grpSpPr>
          <a:xfrm>
            <a:off x="11353800" y="8801100"/>
            <a:ext cx="7661853" cy="939652"/>
            <a:chOff x="11353800" y="8801100"/>
            <a:chExt cx="7661853" cy="939652"/>
          </a:xfrm>
        </p:grpSpPr>
        <p:sp>
          <p:nvSpPr>
            <p:cNvPr id="12"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17</a:t>
              </a:r>
              <a:endParaRPr lang="en-US" sz="4000" dirty="0">
                <a:latin typeface="Times New Roman" panose="02020603050405020304" pitchFamily="18" charset="0"/>
                <a:cs typeface="Times New Roman" panose="02020603050405020304" pitchFamily="18" charset="0"/>
              </a:endParaRPr>
            </a:p>
          </p:txBody>
        </p:sp>
        <p:sp>
          <p:nvSpPr>
            <p:cNvPr id="13" name="TextBox 4"/>
            <p:cNvSpPr txBox="1"/>
            <p:nvPr/>
          </p:nvSpPr>
          <p:spPr>
            <a:xfrm>
              <a:off x="11353800" y="9304735"/>
              <a:ext cx="7661853" cy="436017"/>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2</a:t>
              </a:r>
              <a:r>
                <a:rPr lang="en-US" sz="2400" spc="288" dirty="0" smtClean="0">
                  <a:solidFill>
                    <a:srgbClr val="524C4C"/>
                  </a:solidFill>
                  <a:latin typeface="Lora"/>
                </a:rPr>
                <a:t> </a:t>
              </a:r>
              <a:r>
                <a:rPr lang="en-US" sz="2400" spc="288" dirty="0" smtClean="0">
                  <a:solidFill>
                    <a:srgbClr val="524C4C"/>
                  </a:solidFill>
                  <a:latin typeface="Lora"/>
                </a:rPr>
                <a:t>| </a:t>
              </a:r>
              <a:r>
                <a:rPr lang="en-US" sz="2400" spc="288" dirty="0" smtClean="0">
                  <a:solidFill>
                    <a:srgbClr val="524C4C"/>
                  </a:solidFill>
                  <a:latin typeface="Lora"/>
                </a:rPr>
                <a:t>Nội dung</a:t>
              </a:r>
              <a:endParaRPr lang="en-US" sz="2400" spc="288" dirty="0">
                <a:solidFill>
                  <a:srgbClr val="524C4C"/>
                </a:solidFill>
                <a:latin typeface="Lora"/>
              </a:endParaRPr>
            </a:p>
          </p:txBody>
        </p:sp>
      </p:grpSp>
      <p:sp>
        <p:nvSpPr>
          <p:cNvPr id="14" name="AutoShape 6"/>
          <p:cNvSpPr/>
          <p:nvPr/>
        </p:nvSpPr>
        <p:spPr>
          <a:xfrm rot="16200000">
            <a:off x="-2661149" y="594566"/>
            <a:ext cx="6141014" cy="1580716"/>
          </a:xfrm>
          <a:prstGeom prst="rect">
            <a:avLst/>
          </a:prstGeom>
          <a:solidFill>
            <a:schemeClr val="accent5">
              <a:lumMod val="40000"/>
              <a:lumOff val="60000"/>
            </a:schemeClr>
          </a:solidFill>
        </p:spPr>
        <p:txBody>
          <a:bodyPr anchor="ctr"/>
          <a:lstStyle/>
          <a:p>
            <a:pPr algn="ctr">
              <a:lnSpc>
                <a:spcPts val="4499"/>
              </a:lnSpc>
            </a:pPr>
            <a:endParaRPr lang="en-US" sz="5000" b="1" spc="29"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9064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sp>
        <p:nvSpPr>
          <p:cNvPr id="3" name="TextBox 3"/>
          <p:cNvSpPr txBox="1"/>
          <p:nvPr/>
        </p:nvSpPr>
        <p:spPr>
          <a:xfrm>
            <a:off x="5683794" y="1060834"/>
            <a:ext cx="8420100" cy="1086441"/>
          </a:xfrm>
          <a:prstGeom prst="rect">
            <a:avLst/>
          </a:prstGeom>
        </p:spPr>
        <p:txBody>
          <a:bodyPr wrap="square" lIns="0" tIns="0" rIns="0" bIns="0" rtlCol="0" anchor="t">
            <a:spAutoFit/>
          </a:bodyPr>
          <a:lstStyle/>
          <a:p>
            <a:pPr algn="ctr">
              <a:lnSpc>
                <a:spcPts val="8250"/>
              </a:lnSpc>
            </a:pPr>
            <a:r>
              <a:rPr lang="en-US" sz="7500" b="1" dirty="0" smtClean="0">
                <a:latin typeface="Times New Roman" panose="02020603050405020304" pitchFamily="18" charset="0"/>
                <a:cs typeface="Times New Roman" panose="02020603050405020304" pitchFamily="18" charset="0"/>
              </a:rPr>
              <a:t>Bố cục trình bày</a:t>
            </a:r>
            <a:endParaRPr lang="en-US" sz="7500" b="1" dirty="0">
              <a:latin typeface="Times New Roman" panose="02020603050405020304" pitchFamily="18" charset="0"/>
              <a:cs typeface="Times New Roman" panose="02020603050405020304" pitchFamily="18" charset="0"/>
            </a:endParaRPr>
          </a:p>
        </p:txBody>
      </p:sp>
      <p:sp>
        <p:nvSpPr>
          <p:cNvPr id="5" name="AutoShape 5"/>
          <p:cNvSpPr/>
          <p:nvPr/>
        </p:nvSpPr>
        <p:spPr>
          <a:xfrm rot="-5400000">
            <a:off x="-425631" y="5889004"/>
            <a:ext cx="6688182" cy="45719"/>
          </a:xfrm>
          <a:prstGeom prst="rect">
            <a:avLst/>
          </a:prstGeom>
          <a:solidFill>
            <a:srgbClr val="524C4C"/>
          </a:solidFill>
        </p:spPr>
      </p:sp>
      <p:sp>
        <p:nvSpPr>
          <p:cNvPr id="18" name="TextBox 8"/>
          <p:cNvSpPr txBox="1"/>
          <p:nvPr/>
        </p:nvSpPr>
        <p:spPr>
          <a:xfrm>
            <a:off x="3429000" y="6040174"/>
            <a:ext cx="6019800" cy="595099"/>
          </a:xfrm>
          <a:prstGeom prst="rect">
            <a:avLst/>
          </a:prstGeom>
        </p:spPr>
        <p:txBody>
          <a:bodyPr wrap="square" lIns="0" tIns="0" rIns="0" bIns="0" rtlCol="0" anchor="t">
            <a:spAutoFit/>
          </a:bodyPr>
          <a:lstStyle/>
          <a:p>
            <a:pPr>
              <a:lnSpc>
                <a:spcPts val="4499"/>
              </a:lnSpc>
            </a:pPr>
            <a:r>
              <a:rPr lang="en-US" sz="5400" b="1" spc="29" dirty="0" smtClean="0">
                <a:latin typeface="Times New Roman" panose="02020603050405020304" pitchFamily="18" charset="0"/>
                <a:cs typeface="Times New Roman" panose="02020603050405020304" pitchFamily="18" charset="0"/>
              </a:rPr>
              <a:t>Kết</a:t>
            </a:r>
            <a:r>
              <a:rPr lang="en-US" sz="5400" b="1" spc="29" dirty="0" smtClean="0">
                <a:solidFill>
                  <a:srgbClr val="524C4C"/>
                </a:solidFill>
                <a:latin typeface="Times New Roman" panose="02020603050405020304" pitchFamily="18" charset="0"/>
                <a:cs typeface="Times New Roman" panose="02020603050405020304" pitchFamily="18" charset="0"/>
              </a:rPr>
              <a:t> </a:t>
            </a:r>
            <a:r>
              <a:rPr lang="en-US" sz="5400" b="1" spc="29" dirty="0" smtClean="0">
                <a:latin typeface="Times New Roman" panose="02020603050405020304" pitchFamily="18" charset="0"/>
                <a:cs typeface="Times New Roman" panose="02020603050405020304" pitchFamily="18" charset="0"/>
              </a:rPr>
              <a:t>luận</a:t>
            </a:r>
            <a:endParaRPr lang="en-US" sz="5400" b="1" spc="29" dirty="0">
              <a:latin typeface="Times New Roman" panose="02020603050405020304" pitchFamily="18" charset="0"/>
              <a:cs typeface="Times New Roman" panose="02020603050405020304" pitchFamily="18" charset="0"/>
            </a:endParaRPr>
          </a:p>
        </p:txBody>
      </p:sp>
      <p:sp>
        <p:nvSpPr>
          <p:cNvPr id="19" name="TextBox 8"/>
          <p:cNvSpPr txBox="1"/>
          <p:nvPr/>
        </p:nvSpPr>
        <p:spPr>
          <a:xfrm>
            <a:off x="3429000" y="7629831"/>
            <a:ext cx="60198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Demo</a:t>
            </a:r>
            <a:endParaRPr lang="en-US" sz="5400" spc="29" dirty="0">
              <a:latin typeface="Times New Roman" panose="02020603050405020304" pitchFamily="18" charset="0"/>
              <a:cs typeface="Times New Roman" panose="02020603050405020304" pitchFamily="18" charset="0"/>
            </a:endParaRPr>
          </a:p>
        </p:txBody>
      </p:sp>
      <p:sp>
        <p:nvSpPr>
          <p:cNvPr id="10" name="AutoShape 3"/>
          <p:cNvSpPr/>
          <p:nvPr/>
        </p:nvSpPr>
        <p:spPr>
          <a:xfrm>
            <a:off x="16459199" y="8801100"/>
            <a:ext cx="909709" cy="909708"/>
          </a:xfrm>
          <a:prstGeom prst="rect">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18</a:t>
            </a:r>
            <a:endParaRPr lang="en-US" sz="4000" dirty="0">
              <a:latin typeface="Times New Roman" panose="02020603050405020304" pitchFamily="18" charset="0"/>
              <a:cs typeface="Times New Roman" panose="02020603050405020304" pitchFamily="18" charset="0"/>
            </a:endParaRPr>
          </a:p>
        </p:txBody>
      </p:sp>
      <p:sp>
        <p:nvSpPr>
          <p:cNvPr id="11" name="TextBox 8"/>
          <p:cNvSpPr txBox="1"/>
          <p:nvPr/>
        </p:nvSpPr>
        <p:spPr>
          <a:xfrm>
            <a:off x="3429000" y="2933700"/>
            <a:ext cx="48006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Giới thiệu</a:t>
            </a:r>
            <a:endParaRPr lang="en-US" sz="5400" spc="29" dirty="0">
              <a:latin typeface="Times New Roman" panose="02020603050405020304" pitchFamily="18" charset="0"/>
              <a:cs typeface="Times New Roman" panose="02020603050405020304" pitchFamily="18" charset="0"/>
            </a:endParaRPr>
          </a:p>
        </p:txBody>
      </p:sp>
      <p:sp>
        <p:nvSpPr>
          <p:cNvPr id="12" name="TextBox 8"/>
          <p:cNvSpPr txBox="1"/>
          <p:nvPr/>
        </p:nvSpPr>
        <p:spPr>
          <a:xfrm>
            <a:off x="3429000" y="4486937"/>
            <a:ext cx="48006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Nội dung</a:t>
            </a:r>
            <a:endParaRPr lang="en-US" sz="5400" spc="29" dirty="0">
              <a:latin typeface="Times New Roman" panose="02020603050405020304" pitchFamily="18" charset="0"/>
              <a:cs typeface="Times New Roman" panose="02020603050405020304" pitchFamily="18" charset="0"/>
            </a:endParaRPr>
          </a:p>
        </p:txBody>
      </p:sp>
      <p:sp>
        <p:nvSpPr>
          <p:cNvPr id="13" name="AutoShape 3"/>
          <p:cNvSpPr/>
          <p:nvPr/>
        </p:nvSpPr>
        <p:spPr>
          <a:xfrm>
            <a:off x="1742051" y="2767386"/>
            <a:ext cx="909709" cy="909708"/>
          </a:xfrm>
          <a:prstGeom prst="hexagon">
            <a:avLst/>
          </a:prstGeom>
          <a:solidFill>
            <a:schemeClr val="bg1"/>
          </a:solidFill>
        </p:spPr>
        <p:txBody>
          <a:bodyPr anchor="ctr"/>
          <a:lstStyle/>
          <a:p>
            <a:pPr algn="ctr">
              <a:spcBef>
                <a:spcPts val="600"/>
              </a:spcBef>
              <a:spcAft>
                <a:spcPts val="600"/>
              </a:spcAft>
            </a:pPr>
            <a:r>
              <a:rPr lang="en-US" sz="4000" dirty="0">
                <a:latin typeface="Times New Roman" panose="02020603050405020304" pitchFamily="18" charset="0"/>
                <a:cs typeface="Times New Roman" panose="02020603050405020304" pitchFamily="18" charset="0"/>
              </a:rPr>
              <a:t>1</a:t>
            </a:r>
          </a:p>
        </p:txBody>
      </p:sp>
      <p:sp>
        <p:nvSpPr>
          <p:cNvPr id="20" name="AutoShape 3"/>
          <p:cNvSpPr/>
          <p:nvPr/>
        </p:nvSpPr>
        <p:spPr>
          <a:xfrm>
            <a:off x="1742050" y="4320623"/>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2</a:t>
            </a:r>
            <a:endParaRPr lang="en-US" sz="4000" dirty="0">
              <a:latin typeface="Times New Roman" panose="02020603050405020304" pitchFamily="18" charset="0"/>
              <a:cs typeface="Times New Roman" panose="02020603050405020304" pitchFamily="18" charset="0"/>
            </a:endParaRPr>
          </a:p>
        </p:txBody>
      </p:sp>
      <p:sp>
        <p:nvSpPr>
          <p:cNvPr id="21" name="AutoShape 3"/>
          <p:cNvSpPr/>
          <p:nvPr/>
        </p:nvSpPr>
        <p:spPr>
          <a:xfrm>
            <a:off x="1742049" y="5873860"/>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3</a:t>
            </a:r>
            <a:endParaRPr lang="en-US" sz="4000" dirty="0">
              <a:latin typeface="Times New Roman" panose="02020603050405020304" pitchFamily="18" charset="0"/>
              <a:cs typeface="Times New Roman" panose="02020603050405020304" pitchFamily="18" charset="0"/>
            </a:endParaRPr>
          </a:p>
        </p:txBody>
      </p:sp>
      <p:sp>
        <p:nvSpPr>
          <p:cNvPr id="22" name="AutoShape 3"/>
          <p:cNvSpPr/>
          <p:nvPr/>
        </p:nvSpPr>
        <p:spPr>
          <a:xfrm>
            <a:off x="1742048" y="7427097"/>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4</a:t>
            </a:r>
            <a:endParaRPr lang="en-US" sz="4000" dirty="0">
              <a:latin typeface="Times New Roman" panose="02020603050405020304" pitchFamily="18" charset="0"/>
              <a:cs typeface="Times New Roman" panose="02020603050405020304" pitchFamily="18" charset="0"/>
            </a:endParaRPr>
          </a:p>
        </p:txBody>
      </p:sp>
      <p:sp>
        <p:nvSpPr>
          <p:cNvPr id="14" name="AutoShape 5"/>
          <p:cNvSpPr/>
          <p:nvPr/>
        </p:nvSpPr>
        <p:spPr>
          <a:xfrm>
            <a:off x="3276600" y="6589554"/>
            <a:ext cx="2758440" cy="45719"/>
          </a:xfrm>
          <a:prstGeom prst="rect">
            <a:avLst/>
          </a:prstGeom>
          <a:solidFill>
            <a:srgbClr val="524C4C"/>
          </a:solidFill>
        </p:spPr>
      </p:sp>
    </p:spTree>
    <p:extLst>
      <p:ext uri="{BB962C8B-B14F-4D97-AF65-F5344CB8AC3E}">
        <p14:creationId xmlns:p14="http://schemas.microsoft.com/office/powerpoint/2010/main" val="20476681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sp>
        <p:nvSpPr>
          <p:cNvPr id="2" name="AutoShape 2"/>
          <p:cNvSpPr/>
          <p:nvPr/>
        </p:nvSpPr>
        <p:spPr>
          <a:xfrm>
            <a:off x="17642646" y="2171700"/>
            <a:ext cx="1290708" cy="1290708"/>
          </a:xfrm>
          <a:prstGeom prst="rect">
            <a:avLst/>
          </a:prstGeom>
          <a:solidFill>
            <a:srgbClr val="C0E1E1"/>
          </a:solidFill>
        </p:spPr>
      </p:sp>
      <p:grpSp>
        <p:nvGrpSpPr>
          <p:cNvPr id="3" name="Group 3"/>
          <p:cNvGrpSpPr/>
          <p:nvPr/>
        </p:nvGrpSpPr>
        <p:grpSpPr>
          <a:xfrm>
            <a:off x="15392400" y="-2095500"/>
            <a:ext cx="4019833" cy="4793417"/>
            <a:chOff x="0" y="0"/>
            <a:chExt cx="5348397" cy="6377653"/>
          </a:xfrm>
        </p:grpSpPr>
        <p:sp>
          <p:nvSpPr>
            <p:cNvPr id="4" name="Freeform 4"/>
            <p:cNvSpPr/>
            <p:nvPr/>
          </p:nvSpPr>
          <p:spPr>
            <a:xfrm>
              <a:off x="0" y="0"/>
              <a:ext cx="5348398" cy="6377653"/>
            </a:xfrm>
            <a:custGeom>
              <a:avLst/>
              <a:gdLst/>
              <a:ahLst/>
              <a:cxnLst/>
              <a:rect l="l" t="t" r="r" b="b"/>
              <a:pathLst>
                <a:path w="5348398" h="6377653">
                  <a:moveTo>
                    <a:pt x="0" y="0"/>
                  </a:moveTo>
                  <a:lnTo>
                    <a:pt x="0" y="6377653"/>
                  </a:lnTo>
                  <a:lnTo>
                    <a:pt x="5348398" y="6377653"/>
                  </a:lnTo>
                  <a:lnTo>
                    <a:pt x="5348398" y="0"/>
                  </a:lnTo>
                  <a:lnTo>
                    <a:pt x="0" y="0"/>
                  </a:lnTo>
                  <a:close/>
                  <a:moveTo>
                    <a:pt x="5287437" y="6316694"/>
                  </a:moveTo>
                  <a:lnTo>
                    <a:pt x="59690" y="6316694"/>
                  </a:lnTo>
                  <a:lnTo>
                    <a:pt x="59690" y="59690"/>
                  </a:lnTo>
                  <a:lnTo>
                    <a:pt x="5287437" y="59690"/>
                  </a:lnTo>
                  <a:lnTo>
                    <a:pt x="5287437" y="6316694"/>
                  </a:lnTo>
                  <a:close/>
                </a:path>
              </a:pathLst>
            </a:custGeom>
            <a:solidFill>
              <a:srgbClr val="524C4C"/>
            </a:solidFill>
          </p:spPr>
        </p:sp>
      </p:grpSp>
      <p:sp>
        <p:nvSpPr>
          <p:cNvPr id="12" name="TextBox 12"/>
          <p:cNvSpPr txBox="1"/>
          <p:nvPr/>
        </p:nvSpPr>
        <p:spPr>
          <a:xfrm>
            <a:off x="914400" y="3619500"/>
            <a:ext cx="14640268" cy="6087820"/>
          </a:xfrm>
          <a:prstGeom prst="rect">
            <a:avLst/>
          </a:prstGeom>
        </p:spPr>
        <p:txBody>
          <a:bodyPr wrap="square" lIns="0" tIns="0" rIns="0" bIns="0" rtlCol="0" anchor="t">
            <a:spAutoFit/>
          </a:bodyPr>
          <a:lstStyle/>
          <a:p>
            <a:pPr marL="457200" lvl="0" indent="-457200" algn="just">
              <a:lnSpc>
                <a:spcPct val="120000"/>
              </a:lnSpc>
              <a:spcBef>
                <a:spcPts val="600"/>
              </a:spcBef>
              <a:spcAft>
                <a:spcPts val="600"/>
              </a:spcAft>
              <a:buFont typeface="Arial" panose="020B0604020202020204" pitchFamily="34" charset="0"/>
              <a:buChar char="•"/>
            </a:pPr>
            <a:r>
              <a:rPr lang="vi-VN" sz="3200" dirty="0">
                <a:ea typeface="Calibri" panose="020F0502020204030204" pitchFamily="34" charset="0"/>
                <a:cs typeface="Times New Roman" panose="02020603050405020304" pitchFamily="18" charset="0"/>
              </a:rPr>
              <a:t>Tìm hiểu và áp dụng thành công các công nghệ </a:t>
            </a:r>
            <a:r>
              <a:rPr lang="en-US" sz="3200" dirty="0" smtClean="0">
                <a:latin typeface="Arial" panose="020B0604020202020204" pitchFamily="34" charset="0"/>
                <a:ea typeface="Calibri" panose="020F0502020204030204" pitchFamily="34" charset="0"/>
                <a:cs typeface="Arial" panose="020B0604020202020204" pitchFamily="34" charset="0"/>
              </a:rPr>
              <a:t>mới</a:t>
            </a:r>
            <a:r>
              <a:rPr lang="en-US" sz="3200" dirty="0" smtClean="0">
                <a:ea typeface="Calibri" panose="020F0502020204030204" pitchFamily="34" charset="0"/>
                <a:cs typeface="Times New Roman" panose="02020603050405020304" pitchFamily="18" charset="0"/>
              </a:rPr>
              <a:t> </a:t>
            </a:r>
            <a:r>
              <a:rPr lang="vi-VN" sz="3200" dirty="0" smtClean="0">
                <a:ea typeface="Calibri" panose="020F0502020204030204" pitchFamily="34" charset="0"/>
                <a:cs typeface="Times New Roman" panose="02020603050405020304" pitchFamily="18" charset="0"/>
              </a:rPr>
              <a:t>bao </a:t>
            </a:r>
            <a:r>
              <a:rPr lang="vi-VN" sz="3200" dirty="0">
                <a:ea typeface="Calibri" panose="020F0502020204030204" pitchFamily="34" charset="0"/>
                <a:cs typeface="Times New Roman" panose="02020603050405020304" pitchFamily="18" charset="0"/>
              </a:rPr>
              <a:t>gồm </a:t>
            </a:r>
            <a:r>
              <a:rPr lang="vi-VN" sz="3200" dirty="0" smtClean="0">
                <a:ea typeface="Calibri" panose="020F0502020204030204" pitchFamily="34" charset="0"/>
                <a:cs typeface="Times New Roman" panose="02020603050405020304" pitchFamily="18" charset="0"/>
              </a:rPr>
              <a:t>React</a:t>
            </a:r>
            <a:r>
              <a:rPr lang="en-US" sz="3200" dirty="0" smtClean="0">
                <a:latin typeface="Arial" panose="020B0604020202020204" pitchFamily="34" charset="0"/>
                <a:ea typeface="Calibri" panose="020F0502020204030204" pitchFamily="34" charset="0"/>
                <a:cs typeface="Arial" panose="020B0604020202020204" pitchFamily="34" charset="0"/>
              </a:rPr>
              <a:t>JS</a:t>
            </a:r>
            <a:r>
              <a:rPr lang="vi-VN" sz="3200" dirty="0" smtClean="0">
                <a:ea typeface="Calibri" panose="020F0502020204030204" pitchFamily="34" charset="0"/>
                <a:cs typeface="Times New Roman" panose="02020603050405020304" pitchFamily="18" charset="0"/>
              </a:rPr>
              <a:t>,</a:t>
            </a:r>
            <a:r>
              <a:rPr lang="en-US" sz="3200" dirty="0" smtClean="0">
                <a:ea typeface="Calibri" panose="020F0502020204030204" pitchFamily="34" charset="0"/>
                <a:cs typeface="Times New Roman" panose="02020603050405020304" pitchFamily="18" charset="0"/>
              </a:rPr>
              <a:t> </a:t>
            </a:r>
            <a:r>
              <a:rPr lang="en-US" sz="3200" dirty="0">
                <a:latin typeface="Arial" panose="020B0604020202020204" pitchFamily="34" charset="0"/>
                <a:ea typeface="Calibri" panose="020F0502020204030204" pitchFamily="34" charset="0"/>
                <a:cs typeface="Arial" panose="020B0604020202020204" pitchFamily="34" charset="0"/>
              </a:rPr>
              <a:t>React</a:t>
            </a:r>
            <a:r>
              <a:rPr lang="en-US" sz="3200" dirty="0">
                <a:ea typeface="Calibri" panose="020F0502020204030204" pitchFamily="34" charset="0"/>
                <a:cs typeface="Times New Roman" panose="02020603050405020304" pitchFamily="18" charset="0"/>
              </a:rPr>
              <a:t> </a:t>
            </a:r>
            <a:r>
              <a:rPr lang="en-US" sz="3200" dirty="0">
                <a:latin typeface="Arial" panose="020B0604020202020204" pitchFamily="34" charset="0"/>
                <a:ea typeface="Calibri" panose="020F0502020204030204" pitchFamily="34" charset="0"/>
                <a:cs typeface="Arial" panose="020B0604020202020204" pitchFamily="34" charset="0"/>
              </a:rPr>
              <a:t>Native</a:t>
            </a:r>
            <a:r>
              <a:rPr lang="en-US" sz="3200" dirty="0">
                <a:ea typeface="Calibri" panose="020F0502020204030204" pitchFamily="34" charset="0"/>
                <a:cs typeface="Times New Roman" panose="02020603050405020304" pitchFamily="18" charset="0"/>
              </a:rPr>
              <a:t>,</a:t>
            </a:r>
            <a:r>
              <a:rPr lang="vi-VN" sz="3200" dirty="0">
                <a:ea typeface="Calibri" panose="020F0502020204030204" pitchFamily="34" charset="0"/>
                <a:cs typeface="Times New Roman" panose="02020603050405020304" pitchFamily="18" charset="0"/>
              </a:rPr>
              <a:t> </a:t>
            </a:r>
            <a:r>
              <a:rPr lang="vi-VN" sz="3200" dirty="0" smtClean="0">
                <a:ea typeface="Calibri" panose="020F0502020204030204" pitchFamily="34" charset="0"/>
                <a:cs typeface="Times New Roman" panose="02020603050405020304" pitchFamily="18" charset="0"/>
              </a:rPr>
              <a:t>NodeJ</a:t>
            </a:r>
            <a:r>
              <a:rPr lang="en-US" sz="3200" dirty="0" smtClean="0">
                <a:latin typeface="Arial" panose="020B0604020202020204" pitchFamily="34" charset="0"/>
                <a:ea typeface="Calibri" panose="020F0502020204030204" pitchFamily="34" charset="0"/>
                <a:cs typeface="Arial" panose="020B0604020202020204" pitchFamily="34" charset="0"/>
              </a:rPr>
              <a:t>S</a:t>
            </a:r>
            <a:r>
              <a:rPr lang="vi-VN" sz="3200" dirty="0" smtClean="0">
                <a:ea typeface="Calibri" panose="020F0502020204030204" pitchFamily="34" charset="0"/>
                <a:cs typeface="Times New Roman" panose="02020603050405020304" pitchFamily="18" charset="0"/>
              </a:rPr>
              <a:t>, </a:t>
            </a:r>
            <a:r>
              <a:rPr lang="vi-VN" sz="3200" dirty="0">
                <a:ea typeface="Calibri" panose="020F0502020204030204" pitchFamily="34" charset="0"/>
                <a:cs typeface="Times New Roman" panose="02020603050405020304" pitchFamily="18" charset="0"/>
              </a:rPr>
              <a:t>RESTful API và CSDL phi quan hệ MongoDB</a:t>
            </a:r>
            <a:r>
              <a:rPr lang="vi-VN" sz="3200" dirty="0" smtClean="0">
                <a:ea typeface="Calibri" panose="020F0502020204030204" pitchFamily="34" charset="0"/>
                <a:cs typeface="Times New Roman" panose="02020603050405020304" pitchFamily="18" charset="0"/>
              </a:rPr>
              <a:t>.</a:t>
            </a:r>
            <a:endParaRPr lang="en-US" sz="3200" dirty="0" smtClean="0">
              <a:ea typeface="Calibri" panose="020F0502020204030204" pitchFamily="34" charset="0"/>
              <a:cs typeface="Times New Roman" panose="02020603050405020304" pitchFamily="18" charset="0"/>
            </a:endParaRPr>
          </a:p>
          <a:p>
            <a:pPr marL="457200" indent="-457200" algn="just">
              <a:lnSpc>
                <a:spcPct val="120000"/>
              </a:lnSpc>
              <a:spcBef>
                <a:spcPts val="600"/>
              </a:spcBef>
              <a:spcAft>
                <a:spcPts val="600"/>
              </a:spcAft>
              <a:buFont typeface="Arial" panose="020B0604020202020204" pitchFamily="34" charset="0"/>
              <a:buChar char="•"/>
            </a:pPr>
            <a:r>
              <a:rPr lang="en-US" sz="3200" dirty="0">
                <a:latin typeface="Arial" panose="020B0604020202020204" pitchFamily="34" charset="0"/>
                <a:cs typeface="Arial" panose="020B0604020202020204" pitchFamily="34" charset="0"/>
              </a:rPr>
              <a:t>Tìm hiểu cách cài đặt một hệ thống client-server, phân chia thành phần và gắn kết các thành phần với nhau theo mô hình MVC</a:t>
            </a:r>
            <a:r>
              <a:rPr lang="en-US" sz="3200" dirty="0" smtClean="0">
                <a:latin typeface="Arial" panose="020B0604020202020204" pitchFamily="34" charset="0"/>
                <a:cs typeface="Arial" panose="020B0604020202020204" pitchFamily="34" charset="0"/>
              </a:rPr>
              <a:t>.</a:t>
            </a:r>
          </a:p>
          <a:p>
            <a:pPr marL="457200" lvl="0" indent="-457200" algn="just">
              <a:lnSpc>
                <a:spcPct val="120000"/>
              </a:lnSpc>
              <a:spcBef>
                <a:spcPts val="600"/>
              </a:spcBef>
              <a:spcAft>
                <a:spcPts val="600"/>
              </a:spcAft>
              <a:buFont typeface="Arial" panose="020B0604020202020204" pitchFamily="34" charset="0"/>
              <a:buChar char="•"/>
            </a:pPr>
            <a:r>
              <a:rPr lang="vi-VN" sz="3200" dirty="0"/>
              <a:t>Kết nối và thao tác thành công với hệ thống máy chủ CSDL từ xa và dữ liệu dùng chung được lưu trữ trên đám mây</a:t>
            </a:r>
            <a:r>
              <a:rPr lang="vi-VN" sz="3200" dirty="0" smtClean="0"/>
              <a:t>.</a:t>
            </a:r>
            <a:endParaRPr lang="en-US" sz="3200" dirty="0" smtClean="0">
              <a:latin typeface="Arial" panose="020B0604020202020204" pitchFamily="34" charset="0"/>
              <a:ea typeface="Calibri" panose="020F0502020204030204" pitchFamily="34" charset="0"/>
              <a:cs typeface="Arial" panose="020B0604020202020204" pitchFamily="34" charset="0"/>
            </a:endParaRPr>
          </a:p>
          <a:p>
            <a:pPr marL="457200" lvl="0" indent="-457200">
              <a:lnSpc>
                <a:spcPct val="120000"/>
              </a:lnSpc>
              <a:spcBef>
                <a:spcPts val="600"/>
              </a:spcBef>
              <a:spcAft>
                <a:spcPts val="600"/>
              </a:spcAft>
              <a:buFont typeface="Arial" panose="020B0604020202020204" pitchFamily="34" charset="0"/>
              <a:buChar char="•"/>
            </a:pPr>
            <a:r>
              <a:rPr lang="vi-VN" sz="3200" dirty="0" smtClean="0"/>
              <a:t>Xây </a:t>
            </a:r>
            <a:r>
              <a:rPr lang="vi-VN" sz="3200" dirty="0"/>
              <a:t>dựng website quản lý thông tin</a:t>
            </a:r>
            <a:r>
              <a:rPr lang="vi-VN" sz="3200" dirty="0" smtClean="0"/>
              <a:t>.</a:t>
            </a:r>
            <a:endParaRPr lang="en-US" sz="3200" dirty="0"/>
          </a:p>
          <a:p>
            <a:pPr marL="457200" lvl="0" indent="-457200">
              <a:lnSpc>
                <a:spcPct val="120000"/>
              </a:lnSpc>
              <a:spcBef>
                <a:spcPts val="600"/>
              </a:spcBef>
              <a:spcAft>
                <a:spcPts val="600"/>
              </a:spcAft>
              <a:buFont typeface="Arial" panose="020B0604020202020204" pitchFamily="34" charset="0"/>
              <a:buChar char="•"/>
            </a:pPr>
            <a:r>
              <a:rPr lang="vi-VN" sz="3200" dirty="0"/>
              <a:t>Xây dựng ứng dụng hỗ trợ khách hàng trong việc đặt tour du lịch.</a:t>
            </a:r>
            <a:endParaRPr lang="en-US" sz="3200" dirty="0"/>
          </a:p>
          <a:p>
            <a:pPr marL="457200" lvl="0" indent="-457200" algn="just">
              <a:lnSpc>
                <a:spcPct val="120000"/>
              </a:lnSpc>
              <a:spcBef>
                <a:spcPts val="600"/>
              </a:spcBef>
              <a:spcAft>
                <a:spcPts val="600"/>
              </a:spcAft>
              <a:buFont typeface="Arial" panose="020B0604020202020204" pitchFamily="34" charset="0"/>
              <a:buChar char="•"/>
            </a:pPr>
            <a:endParaRPr lang="en-US" sz="3200" dirty="0">
              <a:effectLst/>
              <a:ea typeface="Calibri" panose="020F0502020204030204" pitchFamily="34" charset="0"/>
              <a:cs typeface="Arial" panose="020B0604020202020204" pitchFamily="34" charset="0"/>
            </a:endParaRPr>
          </a:p>
        </p:txBody>
      </p:sp>
      <p:sp>
        <p:nvSpPr>
          <p:cNvPr id="14" name="TextBox 3"/>
          <p:cNvSpPr txBox="1"/>
          <p:nvPr/>
        </p:nvSpPr>
        <p:spPr>
          <a:xfrm>
            <a:off x="800100" y="513193"/>
            <a:ext cx="9486900" cy="1064394"/>
          </a:xfrm>
          <a:prstGeom prst="rect">
            <a:avLst/>
          </a:prstGeom>
        </p:spPr>
        <p:txBody>
          <a:bodyPr wrap="square" lIns="0" tIns="0" rIns="0" bIns="0" rtlCol="0" anchor="t">
            <a:spAutoFit/>
          </a:bodyPr>
          <a:lstStyle/>
          <a:p>
            <a:pPr>
              <a:lnSpc>
                <a:spcPts val="8250"/>
              </a:lnSpc>
            </a:pPr>
            <a:r>
              <a:rPr lang="en-US" sz="6500" dirty="0" smtClean="0">
                <a:latin typeface="Arial" panose="020B0604020202020204" pitchFamily="34" charset="0"/>
                <a:cs typeface="Arial" panose="020B0604020202020204" pitchFamily="34" charset="0"/>
              </a:rPr>
              <a:t>Kết quả đạt được</a:t>
            </a:r>
            <a:endParaRPr lang="en-US" sz="6500" dirty="0">
              <a:latin typeface="Arial" panose="020B0604020202020204" pitchFamily="34" charset="0"/>
              <a:cs typeface="Arial" panose="020B0604020202020204" pitchFamily="34" charset="0"/>
            </a:endParaRPr>
          </a:p>
        </p:txBody>
      </p:sp>
      <p:sp>
        <p:nvSpPr>
          <p:cNvPr id="15" name="AutoShape 16"/>
          <p:cNvSpPr/>
          <p:nvPr/>
        </p:nvSpPr>
        <p:spPr>
          <a:xfrm rot="5400000">
            <a:off x="4011746" y="-1878267"/>
            <a:ext cx="53709" cy="6858001"/>
          </a:xfrm>
          <a:prstGeom prst="rect">
            <a:avLst/>
          </a:prstGeom>
          <a:solidFill>
            <a:srgbClr val="524C4C"/>
          </a:solidFill>
        </p:spPr>
      </p:sp>
      <p:sp>
        <p:nvSpPr>
          <p:cNvPr id="16" name="AutoShape 6"/>
          <p:cNvSpPr/>
          <p:nvPr/>
        </p:nvSpPr>
        <p:spPr>
          <a:xfrm>
            <a:off x="4572000" y="1920421"/>
            <a:ext cx="9144000" cy="1235617"/>
          </a:xfrm>
          <a:prstGeom prst="rect">
            <a:avLst/>
          </a:prstGeom>
          <a:solidFill>
            <a:srgbClr val="C0E1E1"/>
          </a:solidFill>
        </p:spPr>
        <p:txBody>
          <a:bodyPr anchor="ctr"/>
          <a:lstStyle/>
          <a:p>
            <a:pPr algn="ctr">
              <a:lnSpc>
                <a:spcPts val="4499"/>
              </a:lnSpc>
            </a:pPr>
            <a:r>
              <a:rPr lang="en-US" sz="5000" b="1" spc="29" dirty="0">
                <a:latin typeface="Times New Roman" panose="02020603050405020304" pitchFamily="18" charset="0"/>
                <a:cs typeface="Times New Roman" panose="02020603050405020304" pitchFamily="18" charset="0"/>
              </a:rPr>
              <a:t>Về </a:t>
            </a:r>
            <a:r>
              <a:rPr lang="en-US" sz="5000" b="1" spc="29" dirty="0" smtClean="0">
                <a:latin typeface="Times New Roman" panose="02020603050405020304" pitchFamily="18" charset="0"/>
                <a:cs typeface="Times New Roman" panose="02020603050405020304" pitchFamily="18" charset="0"/>
              </a:rPr>
              <a:t>kiến thức</a:t>
            </a:r>
            <a:endParaRPr lang="en-US" sz="5000" b="1" spc="29" dirty="0">
              <a:latin typeface="Times New Roman" panose="02020603050405020304" pitchFamily="18" charset="0"/>
              <a:cs typeface="Times New Roman" panose="02020603050405020304" pitchFamily="18" charset="0"/>
            </a:endParaRPr>
          </a:p>
        </p:txBody>
      </p:sp>
      <p:grpSp>
        <p:nvGrpSpPr>
          <p:cNvPr id="20" name="Group 19"/>
          <p:cNvGrpSpPr/>
          <p:nvPr/>
        </p:nvGrpSpPr>
        <p:grpSpPr>
          <a:xfrm>
            <a:off x="11353800" y="8801100"/>
            <a:ext cx="7661853" cy="939652"/>
            <a:chOff x="11353800" y="8801100"/>
            <a:chExt cx="7661853" cy="939652"/>
          </a:xfrm>
        </p:grpSpPr>
        <p:sp>
          <p:nvSpPr>
            <p:cNvPr id="21"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19</a:t>
              </a:r>
              <a:endParaRPr lang="en-US" sz="4000" dirty="0">
                <a:latin typeface="Times New Roman" panose="02020603050405020304" pitchFamily="18" charset="0"/>
                <a:cs typeface="Times New Roman" panose="02020603050405020304" pitchFamily="18" charset="0"/>
              </a:endParaRPr>
            </a:p>
          </p:txBody>
        </p:sp>
        <p:sp>
          <p:nvSpPr>
            <p:cNvPr id="22" name="TextBox 4"/>
            <p:cNvSpPr txBox="1"/>
            <p:nvPr/>
          </p:nvSpPr>
          <p:spPr>
            <a:xfrm>
              <a:off x="11353800" y="9304735"/>
              <a:ext cx="7661853" cy="436017"/>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3</a:t>
              </a:r>
              <a:r>
                <a:rPr lang="en-US" sz="2400" spc="288" dirty="0" smtClean="0">
                  <a:solidFill>
                    <a:srgbClr val="524C4C"/>
                  </a:solidFill>
                  <a:latin typeface="Lora"/>
                </a:rPr>
                <a:t> | Kết luận</a:t>
              </a:r>
              <a:endParaRPr lang="en-US" sz="2400" spc="288" dirty="0">
                <a:solidFill>
                  <a:srgbClr val="524C4C"/>
                </a:solidFill>
                <a:latin typeface="Lora"/>
              </a:endParaRPr>
            </a:p>
          </p:txBody>
        </p:sp>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sp>
        <p:nvSpPr>
          <p:cNvPr id="2" name="AutoShape 2"/>
          <p:cNvSpPr/>
          <p:nvPr/>
        </p:nvSpPr>
        <p:spPr>
          <a:xfrm>
            <a:off x="14401800" y="-645354"/>
            <a:ext cx="1290708" cy="1290708"/>
          </a:xfrm>
          <a:prstGeom prst="rect">
            <a:avLst/>
          </a:prstGeom>
          <a:solidFill>
            <a:srgbClr val="C0E1E1"/>
          </a:solidFill>
        </p:spPr>
      </p:sp>
      <p:grpSp>
        <p:nvGrpSpPr>
          <p:cNvPr id="3" name="Group 3"/>
          <p:cNvGrpSpPr/>
          <p:nvPr/>
        </p:nvGrpSpPr>
        <p:grpSpPr>
          <a:xfrm>
            <a:off x="15392400" y="-2095500"/>
            <a:ext cx="4019833" cy="4793417"/>
            <a:chOff x="0" y="0"/>
            <a:chExt cx="5348397" cy="6377653"/>
          </a:xfrm>
        </p:grpSpPr>
        <p:sp>
          <p:nvSpPr>
            <p:cNvPr id="4" name="Freeform 4"/>
            <p:cNvSpPr/>
            <p:nvPr/>
          </p:nvSpPr>
          <p:spPr>
            <a:xfrm>
              <a:off x="0" y="0"/>
              <a:ext cx="5348398" cy="6377653"/>
            </a:xfrm>
            <a:custGeom>
              <a:avLst/>
              <a:gdLst/>
              <a:ahLst/>
              <a:cxnLst/>
              <a:rect l="l" t="t" r="r" b="b"/>
              <a:pathLst>
                <a:path w="5348398" h="6377653">
                  <a:moveTo>
                    <a:pt x="0" y="0"/>
                  </a:moveTo>
                  <a:lnTo>
                    <a:pt x="0" y="6377653"/>
                  </a:lnTo>
                  <a:lnTo>
                    <a:pt x="5348398" y="6377653"/>
                  </a:lnTo>
                  <a:lnTo>
                    <a:pt x="5348398" y="0"/>
                  </a:lnTo>
                  <a:lnTo>
                    <a:pt x="0" y="0"/>
                  </a:lnTo>
                  <a:close/>
                  <a:moveTo>
                    <a:pt x="5287437" y="6316694"/>
                  </a:moveTo>
                  <a:lnTo>
                    <a:pt x="59690" y="6316694"/>
                  </a:lnTo>
                  <a:lnTo>
                    <a:pt x="59690" y="59690"/>
                  </a:lnTo>
                  <a:lnTo>
                    <a:pt x="5287437" y="59690"/>
                  </a:lnTo>
                  <a:lnTo>
                    <a:pt x="5287437" y="6316694"/>
                  </a:lnTo>
                  <a:close/>
                </a:path>
              </a:pathLst>
            </a:custGeom>
            <a:solidFill>
              <a:srgbClr val="524C4C"/>
            </a:solidFill>
          </p:spPr>
        </p:sp>
      </p:grpSp>
      <p:sp>
        <p:nvSpPr>
          <p:cNvPr id="12" name="TextBox 12"/>
          <p:cNvSpPr txBox="1"/>
          <p:nvPr/>
        </p:nvSpPr>
        <p:spPr>
          <a:xfrm>
            <a:off x="914400" y="3619500"/>
            <a:ext cx="14640268" cy="4561249"/>
          </a:xfrm>
          <a:prstGeom prst="rect">
            <a:avLst/>
          </a:prstGeom>
        </p:spPr>
        <p:txBody>
          <a:bodyPr wrap="square" lIns="0" tIns="0" rIns="0" bIns="0" rtlCol="0" anchor="t">
            <a:spAutoFit/>
          </a:bodyPr>
          <a:lstStyle/>
          <a:p>
            <a:pPr marL="457200" lvl="0" indent="-457200">
              <a:lnSpc>
                <a:spcPct val="130000"/>
              </a:lnSpc>
              <a:spcBef>
                <a:spcPts val="600"/>
              </a:spcBef>
              <a:spcAft>
                <a:spcPts val="600"/>
              </a:spcAft>
              <a:buFont typeface="Arial" panose="020B0604020202020204" pitchFamily="34" charset="0"/>
              <a:buChar char="•"/>
            </a:pPr>
            <a:r>
              <a:rPr lang="en-US" sz="3200" dirty="0" smtClean="0">
                <a:latin typeface="Arial" panose="020B0604020202020204" pitchFamily="34" charset="0"/>
                <a:cs typeface="Arial" panose="020B0604020202020204" pitchFamily="34" charset="0"/>
              </a:rPr>
              <a:t>Áp </a:t>
            </a:r>
            <a:r>
              <a:rPr lang="en-US" sz="3200" dirty="0">
                <a:latin typeface="Arial" panose="020B0604020202020204" pitchFamily="34" charset="0"/>
                <a:cs typeface="Arial" panose="020B0604020202020204" pitchFamily="34" charset="0"/>
              </a:rPr>
              <a:t>dụng được kiến thức đã được học ở nhà </a:t>
            </a:r>
            <a:r>
              <a:rPr lang="en-US" sz="3200" dirty="0" smtClean="0">
                <a:latin typeface="Arial" panose="020B0604020202020204" pitchFamily="34" charset="0"/>
                <a:cs typeface="Arial" panose="020B0604020202020204" pitchFamily="34" charset="0"/>
              </a:rPr>
              <a:t>trường.</a:t>
            </a:r>
          </a:p>
          <a:p>
            <a:pPr marL="457200" indent="-457200">
              <a:lnSpc>
                <a:spcPct val="130000"/>
              </a:lnSpc>
              <a:spcBef>
                <a:spcPts val="600"/>
              </a:spcBef>
              <a:spcAft>
                <a:spcPts val="600"/>
              </a:spcAft>
              <a:buFont typeface="Arial" panose="020B0604020202020204" pitchFamily="34" charset="0"/>
              <a:buChar char="•"/>
            </a:pPr>
            <a:r>
              <a:rPr lang="en-US" altLang="en-US" sz="3200" dirty="0" smtClean="0">
                <a:latin typeface="Arial" panose="020B0604020202020204" pitchFamily="34" charset="0"/>
                <a:ea typeface="Calibri" panose="020F0502020204030204" pitchFamily="34" charset="0"/>
                <a:cs typeface="Arial" panose="020B0604020202020204" pitchFamily="34" charset="0"/>
              </a:rPr>
              <a:t>Nhận </a:t>
            </a:r>
            <a:r>
              <a:rPr lang="en-US" altLang="en-US" sz="3200" dirty="0">
                <a:latin typeface="Arial" panose="020B0604020202020204" pitchFamily="34" charset="0"/>
                <a:ea typeface="Calibri" panose="020F0502020204030204" pitchFamily="34" charset="0"/>
                <a:cs typeface="Arial" panose="020B0604020202020204" pitchFamily="34" charset="0"/>
              </a:rPr>
              <a:t>biết được tầm quan trọng một dự án </a:t>
            </a:r>
            <a:r>
              <a:rPr lang="en-US" altLang="en-US" sz="3200" dirty="0" smtClean="0">
                <a:latin typeface="Arial" panose="020B0604020202020204" pitchFamily="34" charset="0"/>
                <a:ea typeface="Calibri" panose="020F0502020204030204" pitchFamily="34" charset="0"/>
                <a:cs typeface="Arial" panose="020B0604020202020204" pitchFamily="34" charset="0"/>
              </a:rPr>
              <a:t>web.</a:t>
            </a:r>
          </a:p>
          <a:p>
            <a:pPr lvl="1" indent="-457200">
              <a:lnSpc>
                <a:spcPct val="130000"/>
              </a:lnSpc>
              <a:spcBef>
                <a:spcPts val="600"/>
              </a:spcBef>
              <a:spcAft>
                <a:spcPts val="600"/>
              </a:spcAft>
              <a:buFont typeface="Arial" panose="020B0604020202020204" pitchFamily="34" charset="0"/>
              <a:buChar char="•"/>
            </a:pPr>
            <a:r>
              <a:rPr lang="en-US" altLang="en-US" sz="3200" dirty="0">
                <a:latin typeface="Arial" panose="020B0604020202020204" pitchFamily="34" charset="0"/>
                <a:ea typeface="Calibri" panose="020F0502020204030204" pitchFamily="34" charset="0"/>
                <a:cs typeface="Arial" panose="020B0604020202020204" pitchFamily="34" charset="0"/>
              </a:rPr>
              <a:t>Kinh nghiệm lập trình và phân tích hệ </a:t>
            </a:r>
            <a:r>
              <a:rPr lang="en-US" altLang="en-US" sz="3200" dirty="0" smtClean="0">
                <a:latin typeface="Arial" panose="020B0604020202020204" pitchFamily="34" charset="0"/>
                <a:ea typeface="Calibri" panose="020F0502020204030204" pitchFamily="34" charset="0"/>
                <a:cs typeface="Arial" panose="020B0604020202020204" pitchFamily="34" charset="0"/>
              </a:rPr>
              <a:t>thống.</a:t>
            </a:r>
            <a:endParaRPr lang="en-US" sz="3200" dirty="0" smtClean="0">
              <a:latin typeface="Arial" panose="020B0604020202020204" pitchFamily="34" charset="0"/>
              <a:cs typeface="Arial" panose="020B0604020202020204" pitchFamily="34" charset="0"/>
            </a:endParaRPr>
          </a:p>
          <a:p>
            <a:pPr marL="457200" lvl="0" indent="-457200">
              <a:lnSpc>
                <a:spcPct val="130000"/>
              </a:lnSpc>
              <a:spcBef>
                <a:spcPts val="600"/>
              </a:spcBef>
              <a:spcAft>
                <a:spcPts val="600"/>
              </a:spcAft>
              <a:buFont typeface="Arial" panose="020B0604020202020204" pitchFamily="34" charset="0"/>
              <a:buChar char="•"/>
            </a:pPr>
            <a:r>
              <a:rPr lang="vi-VN" sz="3200" dirty="0" smtClean="0"/>
              <a:t>Biết </a:t>
            </a:r>
            <a:r>
              <a:rPr lang="vi-VN" sz="3200" dirty="0"/>
              <a:t>được cách triển khai một ứng </a:t>
            </a:r>
            <a:r>
              <a:rPr lang="vi-VN" sz="3200" dirty="0" smtClean="0"/>
              <a:t>dụng</a:t>
            </a:r>
            <a:r>
              <a:rPr lang="en-US" sz="3200" dirty="0" smtClean="0"/>
              <a:t>.</a:t>
            </a:r>
            <a:endParaRPr lang="en-US" sz="3200" dirty="0"/>
          </a:p>
          <a:p>
            <a:pPr marL="457200" lvl="0" indent="-457200">
              <a:lnSpc>
                <a:spcPct val="130000"/>
              </a:lnSpc>
              <a:spcBef>
                <a:spcPts val="600"/>
              </a:spcBef>
              <a:spcAft>
                <a:spcPts val="600"/>
              </a:spcAft>
              <a:buFont typeface="Arial" panose="020B0604020202020204" pitchFamily="34" charset="0"/>
              <a:buChar char="•"/>
            </a:pPr>
            <a:r>
              <a:rPr lang="vi-VN" sz="3200" dirty="0"/>
              <a:t>Học được cách làm việc và lưu trữ source code thông qua Github.</a:t>
            </a:r>
            <a:endParaRPr lang="en-US" sz="3200" dirty="0"/>
          </a:p>
          <a:p>
            <a:pPr marL="457200" lvl="0" indent="-457200" algn="just">
              <a:lnSpc>
                <a:spcPct val="120000"/>
              </a:lnSpc>
              <a:spcBef>
                <a:spcPts val="600"/>
              </a:spcBef>
              <a:spcAft>
                <a:spcPts val="600"/>
              </a:spcAft>
              <a:buFont typeface="Arial" panose="020B0604020202020204" pitchFamily="34" charset="0"/>
              <a:buChar char="•"/>
            </a:pPr>
            <a:endParaRPr lang="en-US" sz="3200" dirty="0">
              <a:effectLst/>
              <a:latin typeface="Arial" panose="020B0604020202020204" pitchFamily="34" charset="0"/>
              <a:ea typeface="Calibri" panose="020F0502020204030204" pitchFamily="34" charset="0"/>
              <a:cs typeface="Arial" panose="020B0604020202020204" pitchFamily="34" charset="0"/>
            </a:endParaRPr>
          </a:p>
        </p:txBody>
      </p:sp>
      <p:sp>
        <p:nvSpPr>
          <p:cNvPr id="14" name="TextBox 3"/>
          <p:cNvSpPr txBox="1"/>
          <p:nvPr/>
        </p:nvSpPr>
        <p:spPr>
          <a:xfrm>
            <a:off x="800100" y="513193"/>
            <a:ext cx="7886700" cy="1064394"/>
          </a:xfrm>
          <a:prstGeom prst="rect">
            <a:avLst/>
          </a:prstGeom>
        </p:spPr>
        <p:txBody>
          <a:bodyPr wrap="square" lIns="0" tIns="0" rIns="0" bIns="0" rtlCol="0" anchor="t">
            <a:spAutoFit/>
          </a:bodyPr>
          <a:lstStyle/>
          <a:p>
            <a:pPr>
              <a:lnSpc>
                <a:spcPts val="8250"/>
              </a:lnSpc>
            </a:pPr>
            <a:r>
              <a:rPr lang="en-US" sz="6500" dirty="0">
                <a:latin typeface="Arial" panose="020B0604020202020204" pitchFamily="34" charset="0"/>
                <a:cs typeface="Arial" panose="020B0604020202020204" pitchFamily="34" charset="0"/>
              </a:rPr>
              <a:t>Kết quả đạt được</a:t>
            </a:r>
          </a:p>
        </p:txBody>
      </p:sp>
      <p:sp>
        <p:nvSpPr>
          <p:cNvPr id="15" name="AutoShape 16"/>
          <p:cNvSpPr/>
          <p:nvPr/>
        </p:nvSpPr>
        <p:spPr>
          <a:xfrm rot="5400000" flipH="1">
            <a:off x="3977641" y="-1881891"/>
            <a:ext cx="45719" cy="6781801"/>
          </a:xfrm>
          <a:prstGeom prst="rect">
            <a:avLst/>
          </a:prstGeom>
          <a:solidFill>
            <a:srgbClr val="524C4C"/>
          </a:solidFill>
        </p:spPr>
      </p:sp>
      <p:sp>
        <p:nvSpPr>
          <p:cNvPr id="16" name="AutoShape 6"/>
          <p:cNvSpPr/>
          <p:nvPr/>
        </p:nvSpPr>
        <p:spPr>
          <a:xfrm>
            <a:off x="4572000" y="1920421"/>
            <a:ext cx="9144000" cy="1235617"/>
          </a:xfrm>
          <a:prstGeom prst="rect">
            <a:avLst/>
          </a:prstGeom>
          <a:solidFill>
            <a:srgbClr val="C0E1E1"/>
          </a:solidFill>
        </p:spPr>
        <p:txBody>
          <a:bodyPr anchor="ctr"/>
          <a:lstStyle/>
          <a:p>
            <a:pPr algn="ctr">
              <a:lnSpc>
                <a:spcPts val="4499"/>
              </a:lnSpc>
            </a:pPr>
            <a:r>
              <a:rPr lang="en-US" sz="5000" b="1" spc="29" dirty="0" smtClean="0">
                <a:latin typeface="Times New Roman" panose="02020603050405020304" pitchFamily="18" charset="0"/>
                <a:cs typeface="Times New Roman" panose="02020603050405020304" pitchFamily="18" charset="0"/>
              </a:rPr>
              <a:t>Về kinh nghiệm thực tiễn</a:t>
            </a:r>
            <a:endParaRPr lang="en-US" sz="5000" b="1" spc="29" dirty="0">
              <a:latin typeface="Times New Roman" panose="02020603050405020304" pitchFamily="18" charset="0"/>
              <a:cs typeface="Times New Roman" panose="02020603050405020304" pitchFamily="18" charset="0"/>
            </a:endParaRPr>
          </a:p>
        </p:txBody>
      </p:sp>
      <p:grpSp>
        <p:nvGrpSpPr>
          <p:cNvPr id="20" name="Group 19"/>
          <p:cNvGrpSpPr/>
          <p:nvPr/>
        </p:nvGrpSpPr>
        <p:grpSpPr>
          <a:xfrm>
            <a:off x="11353800" y="8801100"/>
            <a:ext cx="7661853" cy="939652"/>
            <a:chOff x="11353800" y="8801100"/>
            <a:chExt cx="7661853" cy="939652"/>
          </a:xfrm>
        </p:grpSpPr>
        <p:sp>
          <p:nvSpPr>
            <p:cNvPr id="21"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20</a:t>
              </a:r>
              <a:endParaRPr lang="en-US" sz="4000" dirty="0">
                <a:latin typeface="Times New Roman" panose="02020603050405020304" pitchFamily="18" charset="0"/>
                <a:cs typeface="Times New Roman" panose="02020603050405020304" pitchFamily="18" charset="0"/>
              </a:endParaRPr>
            </a:p>
          </p:txBody>
        </p:sp>
        <p:sp>
          <p:nvSpPr>
            <p:cNvPr id="22" name="TextBox 4"/>
            <p:cNvSpPr txBox="1"/>
            <p:nvPr/>
          </p:nvSpPr>
          <p:spPr>
            <a:xfrm>
              <a:off x="11353800" y="9304735"/>
              <a:ext cx="7661853" cy="436017"/>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3</a:t>
              </a:r>
              <a:r>
                <a:rPr lang="en-US" sz="2400" spc="288" dirty="0" smtClean="0">
                  <a:solidFill>
                    <a:srgbClr val="524C4C"/>
                  </a:solidFill>
                  <a:latin typeface="Lora"/>
                </a:rPr>
                <a:t> | Kết luận</a:t>
              </a:r>
              <a:endParaRPr lang="en-US" sz="2400" spc="288" dirty="0">
                <a:solidFill>
                  <a:srgbClr val="524C4C"/>
                </a:solidFill>
                <a:latin typeface="Lora"/>
              </a:endParaRPr>
            </a:p>
          </p:txBody>
        </p:sp>
      </p:grpSp>
    </p:spTree>
    <p:extLst>
      <p:ext uri="{BB962C8B-B14F-4D97-AF65-F5344CB8AC3E}">
        <p14:creationId xmlns:p14="http://schemas.microsoft.com/office/powerpoint/2010/main" val="13574908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grpSp>
        <p:nvGrpSpPr>
          <p:cNvPr id="3" name="Group 3"/>
          <p:cNvGrpSpPr/>
          <p:nvPr/>
        </p:nvGrpSpPr>
        <p:grpSpPr>
          <a:xfrm>
            <a:off x="15392400" y="-2095500"/>
            <a:ext cx="4019833" cy="4793417"/>
            <a:chOff x="0" y="0"/>
            <a:chExt cx="5348397" cy="6377653"/>
          </a:xfrm>
        </p:grpSpPr>
        <p:sp>
          <p:nvSpPr>
            <p:cNvPr id="4" name="Freeform 4"/>
            <p:cNvSpPr/>
            <p:nvPr/>
          </p:nvSpPr>
          <p:spPr>
            <a:xfrm>
              <a:off x="0" y="0"/>
              <a:ext cx="5348398" cy="6377653"/>
            </a:xfrm>
            <a:custGeom>
              <a:avLst/>
              <a:gdLst/>
              <a:ahLst/>
              <a:cxnLst/>
              <a:rect l="l" t="t" r="r" b="b"/>
              <a:pathLst>
                <a:path w="5348398" h="6377653">
                  <a:moveTo>
                    <a:pt x="0" y="0"/>
                  </a:moveTo>
                  <a:lnTo>
                    <a:pt x="0" y="6377653"/>
                  </a:lnTo>
                  <a:lnTo>
                    <a:pt x="5348398" y="6377653"/>
                  </a:lnTo>
                  <a:lnTo>
                    <a:pt x="5348398" y="0"/>
                  </a:lnTo>
                  <a:lnTo>
                    <a:pt x="0" y="0"/>
                  </a:lnTo>
                  <a:close/>
                  <a:moveTo>
                    <a:pt x="5287437" y="6316694"/>
                  </a:moveTo>
                  <a:lnTo>
                    <a:pt x="59690" y="6316694"/>
                  </a:lnTo>
                  <a:lnTo>
                    <a:pt x="59690" y="59690"/>
                  </a:lnTo>
                  <a:lnTo>
                    <a:pt x="5287437" y="59690"/>
                  </a:lnTo>
                  <a:lnTo>
                    <a:pt x="5287437" y="6316694"/>
                  </a:lnTo>
                  <a:close/>
                </a:path>
              </a:pathLst>
            </a:custGeom>
            <a:solidFill>
              <a:srgbClr val="524C4C"/>
            </a:solidFill>
          </p:spPr>
        </p:sp>
      </p:grpSp>
      <p:sp>
        <p:nvSpPr>
          <p:cNvPr id="12" name="TextBox 12"/>
          <p:cNvSpPr txBox="1"/>
          <p:nvPr/>
        </p:nvSpPr>
        <p:spPr>
          <a:xfrm>
            <a:off x="1671466" y="3086100"/>
            <a:ext cx="14030668" cy="2617191"/>
          </a:xfrm>
          <a:prstGeom prst="rect">
            <a:avLst/>
          </a:prstGeom>
        </p:spPr>
        <p:txBody>
          <a:bodyPr wrap="square" lIns="0" tIns="0" rIns="0" bIns="0" rtlCol="0" anchor="t">
            <a:spAutoFit/>
          </a:bodyPr>
          <a:lstStyle/>
          <a:p>
            <a:pPr marL="457200" indent="-457200">
              <a:lnSpc>
                <a:spcPct val="120000"/>
              </a:lnSpc>
              <a:spcBef>
                <a:spcPts val="600"/>
              </a:spcBef>
              <a:spcAft>
                <a:spcPts val="600"/>
              </a:spcAft>
              <a:buFont typeface="Arial" panose="020B0604020202020204" pitchFamily="34" charset="0"/>
              <a:buChar char="•"/>
            </a:pPr>
            <a:r>
              <a:rPr lang="en-US" sz="3200" dirty="0" smtClean="0"/>
              <a:t>Giao </a:t>
            </a:r>
            <a:r>
              <a:rPr lang="en-US" sz="3200" dirty="0"/>
              <a:t>diện ứng dụng đẹp mắt, thân thiện với người dùng.</a:t>
            </a:r>
          </a:p>
          <a:p>
            <a:pPr marL="457200" indent="-457200">
              <a:lnSpc>
                <a:spcPct val="120000"/>
              </a:lnSpc>
              <a:spcBef>
                <a:spcPts val="600"/>
              </a:spcBef>
              <a:spcAft>
                <a:spcPts val="600"/>
              </a:spcAft>
              <a:buFont typeface="Arial" panose="020B0604020202020204" pitchFamily="34" charset="0"/>
              <a:buChar char="•"/>
            </a:pPr>
            <a:r>
              <a:rPr lang="en-US" sz="3200" dirty="0" smtClean="0"/>
              <a:t>Khách </a:t>
            </a:r>
            <a:r>
              <a:rPr lang="en-US" sz="3200" dirty="0"/>
              <a:t>hàng dễ dàng thao tác với các chức năng đơn giản: xem thông tin, đặt vé, liên hệ với nhà cung cấp.</a:t>
            </a:r>
          </a:p>
          <a:p>
            <a:pPr marL="457200" lvl="0" indent="-457200" algn="just">
              <a:lnSpc>
                <a:spcPct val="120000"/>
              </a:lnSpc>
              <a:spcBef>
                <a:spcPts val="600"/>
              </a:spcBef>
              <a:spcAft>
                <a:spcPts val="600"/>
              </a:spcAft>
              <a:buFont typeface="Arial" panose="020B0604020202020204" pitchFamily="34" charset="0"/>
              <a:buChar char="•"/>
            </a:pPr>
            <a:endParaRPr lang="en-US" sz="3200" dirty="0">
              <a:effectLst/>
              <a:latin typeface="Arial" panose="020B0604020202020204" pitchFamily="34" charset="0"/>
              <a:ea typeface="Calibri" panose="020F0502020204030204" pitchFamily="34" charset="0"/>
              <a:cs typeface="Arial" panose="020B0604020202020204" pitchFamily="34" charset="0"/>
            </a:endParaRPr>
          </a:p>
        </p:txBody>
      </p:sp>
      <p:sp>
        <p:nvSpPr>
          <p:cNvPr id="14" name="TextBox 3"/>
          <p:cNvSpPr txBox="1"/>
          <p:nvPr/>
        </p:nvSpPr>
        <p:spPr>
          <a:xfrm>
            <a:off x="800100" y="513193"/>
            <a:ext cx="7886700" cy="1064394"/>
          </a:xfrm>
          <a:prstGeom prst="rect">
            <a:avLst/>
          </a:prstGeom>
        </p:spPr>
        <p:txBody>
          <a:bodyPr wrap="square" lIns="0" tIns="0" rIns="0" bIns="0" rtlCol="0" anchor="t">
            <a:spAutoFit/>
          </a:bodyPr>
          <a:lstStyle/>
          <a:p>
            <a:pPr>
              <a:lnSpc>
                <a:spcPts val="8250"/>
              </a:lnSpc>
            </a:pPr>
            <a:r>
              <a:rPr lang="en-US" sz="6500" dirty="0">
                <a:latin typeface="Arial" panose="020B0604020202020204" pitchFamily="34" charset="0"/>
                <a:cs typeface="Arial" panose="020B0604020202020204" pitchFamily="34" charset="0"/>
              </a:rPr>
              <a:t>Kết quả đạt được</a:t>
            </a:r>
          </a:p>
        </p:txBody>
      </p:sp>
      <p:sp>
        <p:nvSpPr>
          <p:cNvPr id="15" name="AutoShape 16"/>
          <p:cNvSpPr/>
          <p:nvPr/>
        </p:nvSpPr>
        <p:spPr>
          <a:xfrm rot="5400000" flipH="1">
            <a:off x="3977641" y="-1881891"/>
            <a:ext cx="45719" cy="6781801"/>
          </a:xfrm>
          <a:prstGeom prst="rect">
            <a:avLst/>
          </a:prstGeom>
          <a:solidFill>
            <a:srgbClr val="524C4C"/>
          </a:solidFill>
        </p:spPr>
      </p:sp>
      <p:grpSp>
        <p:nvGrpSpPr>
          <p:cNvPr id="20" name="Group 19"/>
          <p:cNvGrpSpPr/>
          <p:nvPr/>
        </p:nvGrpSpPr>
        <p:grpSpPr>
          <a:xfrm>
            <a:off x="11353800" y="8801100"/>
            <a:ext cx="7661853" cy="939652"/>
            <a:chOff x="11353800" y="8801100"/>
            <a:chExt cx="7661853" cy="939652"/>
          </a:xfrm>
        </p:grpSpPr>
        <p:sp>
          <p:nvSpPr>
            <p:cNvPr id="21"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21</a:t>
              </a:r>
              <a:endParaRPr lang="en-US" sz="4000" dirty="0">
                <a:latin typeface="Times New Roman" panose="02020603050405020304" pitchFamily="18" charset="0"/>
                <a:cs typeface="Times New Roman" panose="02020603050405020304" pitchFamily="18" charset="0"/>
              </a:endParaRPr>
            </a:p>
          </p:txBody>
        </p:sp>
        <p:sp>
          <p:nvSpPr>
            <p:cNvPr id="22" name="TextBox 4"/>
            <p:cNvSpPr txBox="1"/>
            <p:nvPr/>
          </p:nvSpPr>
          <p:spPr>
            <a:xfrm>
              <a:off x="11353800" y="9304735"/>
              <a:ext cx="7661853" cy="436017"/>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3</a:t>
              </a:r>
              <a:r>
                <a:rPr lang="en-US" sz="2400" spc="288" dirty="0" smtClean="0">
                  <a:solidFill>
                    <a:srgbClr val="524C4C"/>
                  </a:solidFill>
                  <a:latin typeface="Lora"/>
                </a:rPr>
                <a:t> | Kết luận</a:t>
              </a:r>
              <a:endParaRPr lang="en-US" sz="2400" spc="288" dirty="0">
                <a:solidFill>
                  <a:srgbClr val="524C4C"/>
                </a:solidFill>
                <a:latin typeface="Lora"/>
              </a:endParaRPr>
            </a:p>
          </p:txBody>
        </p:sp>
      </p:grpSp>
      <p:grpSp>
        <p:nvGrpSpPr>
          <p:cNvPr id="5" name="Group 4"/>
          <p:cNvGrpSpPr/>
          <p:nvPr/>
        </p:nvGrpSpPr>
        <p:grpSpPr>
          <a:xfrm>
            <a:off x="1219200" y="2171700"/>
            <a:ext cx="2059988" cy="873253"/>
            <a:chOff x="1219200" y="2171700"/>
            <a:chExt cx="2059988" cy="873253"/>
          </a:xfrm>
        </p:grpSpPr>
        <p:sp>
          <p:nvSpPr>
            <p:cNvPr id="2" name="AutoShape 2"/>
            <p:cNvSpPr/>
            <p:nvPr/>
          </p:nvSpPr>
          <p:spPr>
            <a:xfrm>
              <a:off x="1219200" y="2171700"/>
              <a:ext cx="2059988" cy="873253"/>
            </a:xfrm>
            <a:prstGeom prst="rect">
              <a:avLst/>
            </a:prstGeom>
            <a:solidFill>
              <a:srgbClr val="C0E1E1"/>
            </a:solidFill>
          </p:spPr>
        </p:sp>
        <p:sp>
          <p:nvSpPr>
            <p:cNvPr id="13" name="TextBox 12"/>
            <p:cNvSpPr txBox="1"/>
            <p:nvPr/>
          </p:nvSpPr>
          <p:spPr>
            <a:xfrm>
              <a:off x="1333500" y="2303078"/>
              <a:ext cx="1945688" cy="590931"/>
            </a:xfrm>
            <a:prstGeom prst="rect">
              <a:avLst/>
            </a:prstGeom>
          </p:spPr>
          <p:txBody>
            <a:bodyPr wrap="square" lIns="0" tIns="0" rIns="0" bIns="0" rtlCol="0" anchor="t">
              <a:spAutoFit/>
            </a:bodyPr>
            <a:lstStyle/>
            <a:p>
              <a:pPr lvl="0" algn="just">
                <a:lnSpc>
                  <a:spcPct val="120000"/>
                </a:lnSpc>
                <a:spcBef>
                  <a:spcPts val="600"/>
                </a:spcBef>
                <a:spcAft>
                  <a:spcPts val="600"/>
                </a:spcAft>
              </a:pPr>
              <a:r>
                <a:rPr lang="en-US" sz="3200" b="1" dirty="0" smtClean="0">
                  <a:latin typeface="Arial" panose="020B0604020202020204" pitchFamily="34" charset="0"/>
                  <a:ea typeface="Calibri" panose="020F0502020204030204" pitchFamily="34" charset="0"/>
                  <a:cs typeface="Arial" panose="020B0604020202020204" pitchFamily="34" charset="0"/>
                </a:rPr>
                <a:t>Ưu điểm: </a:t>
              </a:r>
              <a:endParaRPr lang="en-US" sz="3200" b="1" dirty="0">
                <a:effectLst/>
                <a:latin typeface="Arial" panose="020B0604020202020204" pitchFamily="34" charset="0"/>
                <a:ea typeface="Calibri" panose="020F0502020204030204" pitchFamily="34" charset="0"/>
                <a:cs typeface="Arial" panose="020B0604020202020204" pitchFamily="34" charset="0"/>
              </a:endParaRPr>
            </a:p>
          </p:txBody>
        </p:sp>
      </p:grpSp>
      <p:grpSp>
        <p:nvGrpSpPr>
          <p:cNvPr id="17" name="Group 16"/>
          <p:cNvGrpSpPr/>
          <p:nvPr/>
        </p:nvGrpSpPr>
        <p:grpSpPr>
          <a:xfrm>
            <a:off x="1219200" y="5524500"/>
            <a:ext cx="3048000" cy="865291"/>
            <a:chOff x="1219200" y="2179662"/>
            <a:chExt cx="3048000" cy="865291"/>
          </a:xfrm>
        </p:grpSpPr>
        <p:sp>
          <p:nvSpPr>
            <p:cNvPr id="18" name="AutoShape 2"/>
            <p:cNvSpPr/>
            <p:nvPr/>
          </p:nvSpPr>
          <p:spPr>
            <a:xfrm>
              <a:off x="1219200" y="2179662"/>
              <a:ext cx="2743200" cy="865291"/>
            </a:xfrm>
            <a:prstGeom prst="rect">
              <a:avLst/>
            </a:prstGeom>
            <a:solidFill>
              <a:srgbClr val="C0E1E1"/>
            </a:solidFill>
          </p:spPr>
        </p:sp>
        <p:sp>
          <p:nvSpPr>
            <p:cNvPr id="19" name="TextBox 18"/>
            <p:cNvSpPr txBox="1"/>
            <p:nvPr/>
          </p:nvSpPr>
          <p:spPr>
            <a:xfrm>
              <a:off x="1333500" y="2303078"/>
              <a:ext cx="2933700" cy="590931"/>
            </a:xfrm>
            <a:prstGeom prst="rect">
              <a:avLst/>
            </a:prstGeom>
          </p:spPr>
          <p:txBody>
            <a:bodyPr wrap="square" lIns="0" tIns="0" rIns="0" bIns="0" rtlCol="0" anchor="t">
              <a:spAutoFit/>
            </a:bodyPr>
            <a:lstStyle/>
            <a:p>
              <a:pPr lvl="0" algn="just">
                <a:lnSpc>
                  <a:spcPct val="120000"/>
                </a:lnSpc>
                <a:spcBef>
                  <a:spcPts val="600"/>
                </a:spcBef>
                <a:spcAft>
                  <a:spcPts val="600"/>
                </a:spcAft>
              </a:pPr>
              <a:r>
                <a:rPr lang="en-US" sz="3200" b="1" dirty="0" smtClean="0">
                  <a:latin typeface="Arial" panose="020B0604020202020204" pitchFamily="34" charset="0"/>
                  <a:ea typeface="Calibri" panose="020F0502020204030204" pitchFamily="34" charset="0"/>
                  <a:cs typeface="Arial" panose="020B0604020202020204" pitchFamily="34" charset="0"/>
                </a:rPr>
                <a:t>Nhược điểm: </a:t>
              </a:r>
              <a:endParaRPr lang="en-US" sz="3200" b="1" dirty="0">
                <a:effectLst/>
                <a:latin typeface="Arial" panose="020B0604020202020204" pitchFamily="34" charset="0"/>
                <a:ea typeface="Calibri" panose="020F0502020204030204" pitchFamily="34" charset="0"/>
                <a:cs typeface="Arial" panose="020B0604020202020204" pitchFamily="34" charset="0"/>
              </a:endParaRPr>
            </a:p>
          </p:txBody>
        </p:sp>
      </p:grpSp>
      <p:sp>
        <p:nvSpPr>
          <p:cNvPr id="23" name="TextBox 12"/>
          <p:cNvSpPr txBox="1"/>
          <p:nvPr/>
        </p:nvSpPr>
        <p:spPr>
          <a:xfrm>
            <a:off x="1671466" y="6485791"/>
            <a:ext cx="14030668" cy="2632131"/>
          </a:xfrm>
          <a:prstGeom prst="rect">
            <a:avLst/>
          </a:prstGeom>
        </p:spPr>
        <p:txBody>
          <a:bodyPr wrap="square" lIns="0" tIns="0" rIns="0" bIns="0" rtlCol="0" anchor="t">
            <a:spAutoFit/>
          </a:bodyPr>
          <a:lstStyle/>
          <a:p>
            <a:pPr marL="457200" indent="-457200">
              <a:lnSpc>
                <a:spcPct val="120000"/>
              </a:lnSpc>
              <a:spcBef>
                <a:spcPts val="600"/>
              </a:spcBef>
              <a:spcAft>
                <a:spcPts val="600"/>
              </a:spcAft>
              <a:buFont typeface="Arial" panose="020B0604020202020204" pitchFamily="34" charset="0"/>
              <a:buChar char="•"/>
            </a:pPr>
            <a:r>
              <a:rPr lang="en-US" sz="3200" dirty="0" smtClean="0"/>
              <a:t>Ứng </a:t>
            </a:r>
            <a:r>
              <a:rPr lang="en-US" sz="3200" dirty="0"/>
              <a:t>dụng có quy mô nhỏ, còn hạn chế do ít chức năng hơn so với các ứng dụng có hệ thống lớn.</a:t>
            </a:r>
          </a:p>
          <a:p>
            <a:pPr marL="457200" indent="-457200">
              <a:lnSpc>
                <a:spcPct val="120000"/>
              </a:lnSpc>
              <a:spcBef>
                <a:spcPts val="600"/>
              </a:spcBef>
              <a:spcAft>
                <a:spcPts val="600"/>
              </a:spcAft>
              <a:buFont typeface="Arial" panose="020B0604020202020204" pitchFamily="34" charset="0"/>
              <a:buChar char="•"/>
            </a:pPr>
            <a:r>
              <a:rPr lang="en-US" sz="3200" dirty="0" smtClean="0"/>
              <a:t>Tốc </a:t>
            </a:r>
            <a:r>
              <a:rPr lang="en-US" sz="3200" dirty="0"/>
              <a:t>độ xử lý chưa mang đến trải nghiệm tốt nhất cho người dùng.</a:t>
            </a:r>
          </a:p>
          <a:p>
            <a:pPr marL="457200" indent="-457200">
              <a:lnSpc>
                <a:spcPct val="120000"/>
              </a:lnSpc>
              <a:spcBef>
                <a:spcPts val="600"/>
              </a:spcBef>
              <a:spcAft>
                <a:spcPts val="600"/>
              </a:spcAft>
              <a:buFont typeface="Arial" panose="020B0604020202020204" pitchFamily="34" charset="0"/>
              <a:buChar char="•"/>
            </a:pPr>
            <a:r>
              <a:rPr lang="en-US" sz="3200" dirty="0" smtClean="0"/>
              <a:t>Chưa </a:t>
            </a:r>
            <a:r>
              <a:rPr lang="en-US" sz="3200" dirty="0"/>
              <a:t>đáp ứng được hết nhu cầu của khách hàng</a:t>
            </a:r>
            <a:r>
              <a:rPr lang="en-US" sz="3200" dirty="0" smtClean="0"/>
              <a:t>.</a:t>
            </a:r>
            <a:endParaRPr lang="en-US" sz="3200" dirty="0"/>
          </a:p>
        </p:txBody>
      </p:sp>
      <p:sp>
        <p:nvSpPr>
          <p:cNvPr id="24" name="AutoShape 2"/>
          <p:cNvSpPr/>
          <p:nvPr/>
        </p:nvSpPr>
        <p:spPr>
          <a:xfrm>
            <a:off x="17642646" y="2171700"/>
            <a:ext cx="1290708" cy="1290708"/>
          </a:xfrm>
          <a:prstGeom prst="rect">
            <a:avLst/>
          </a:prstGeom>
          <a:solidFill>
            <a:srgbClr val="C0E1E1"/>
          </a:solidFill>
        </p:spPr>
      </p:sp>
    </p:spTree>
    <p:extLst>
      <p:ext uri="{BB962C8B-B14F-4D97-AF65-F5344CB8AC3E}">
        <p14:creationId xmlns:p14="http://schemas.microsoft.com/office/powerpoint/2010/main" val="204137984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sp>
        <p:nvSpPr>
          <p:cNvPr id="2" name="AutoShape 2"/>
          <p:cNvSpPr/>
          <p:nvPr/>
        </p:nvSpPr>
        <p:spPr>
          <a:xfrm>
            <a:off x="14401800" y="-645354"/>
            <a:ext cx="1290708" cy="1290708"/>
          </a:xfrm>
          <a:prstGeom prst="rect">
            <a:avLst/>
          </a:prstGeom>
          <a:solidFill>
            <a:srgbClr val="C0E1E1"/>
          </a:solidFill>
        </p:spPr>
      </p:sp>
      <p:grpSp>
        <p:nvGrpSpPr>
          <p:cNvPr id="3" name="Group 3"/>
          <p:cNvGrpSpPr/>
          <p:nvPr/>
        </p:nvGrpSpPr>
        <p:grpSpPr>
          <a:xfrm>
            <a:off x="15392400" y="-2095500"/>
            <a:ext cx="4019833" cy="4793417"/>
            <a:chOff x="0" y="0"/>
            <a:chExt cx="5348397" cy="6377653"/>
          </a:xfrm>
        </p:grpSpPr>
        <p:sp>
          <p:nvSpPr>
            <p:cNvPr id="4" name="Freeform 4"/>
            <p:cNvSpPr/>
            <p:nvPr/>
          </p:nvSpPr>
          <p:spPr>
            <a:xfrm>
              <a:off x="0" y="0"/>
              <a:ext cx="5348398" cy="6377653"/>
            </a:xfrm>
            <a:custGeom>
              <a:avLst/>
              <a:gdLst/>
              <a:ahLst/>
              <a:cxnLst/>
              <a:rect l="l" t="t" r="r" b="b"/>
              <a:pathLst>
                <a:path w="5348398" h="6377653">
                  <a:moveTo>
                    <a:pt x="0" y="0"/>
                  </a:moveTo>
                  <a:lnTo>
                    <a:pt x="0" y="6377653"/>
                  </a:lnTo>
                  <a:lnTo>
                    <a:pt x="5348398" y="6377653"/>
                  </a:lnTo>
                  <a:lnTo>
                    <a:pt x="5348398" y="0"/>
                  </a:lnTo>
                  <a:lnTo>
                    <a:pt x="0" y="0"/>
                  </a:lnTo>
                  <a:close/>
                  <a:moveTo>
                    <a:pt x="5287437" y="6316694"/>
                  </a:moveTo>
                  <a:lnTo>
                    <a:pt x="59690" y="6316694"/>
                  </a:lnTo>
                  <a:lnTo>
                    <a:pt x="59690" y="59690"/>
                  </a:lnTo>
                  <a:lnTo>
                    <a:pt x="5287437" y="59690"/>
                  </a:lnTo>
                  <a:lnTo>
                    <a:pt x="5287437" y="6316694"/>
                  </a:lnTo>
                  <a:close/>
                </a:path>
              </a:pathLst>
            </a:custGeom>
            <a:solidFill>
              <a:srgbClr val="524C4C"/>
            </a:solidFill>
          </p:spPr>
        </p:sp>
      </p:grpSp>
      <p:sp>
        <p:nvSpPr>
          <p:cNvPr id="14" name="TextBox 3"/>
          <p:cNvSpPr txBox="1"/>
          <p:nvPr/>
        </p:nvSpPr>
        <p:spPr>
          <a:xfrm>
            <a:off x="800100" y="513193"/>
            <a:ext cx="7886700" cy="1064394"/>
          </a:xfrm>
          <a:prstGeom prst="rect">
            <a:avLst/>
          </a:prstGeom>
        </p:spPr>
        <p:txBody>
          <a:bodyPr wrap="square" lIns="0" tIns="0" rIns="0" bIns="0" rtlCol="0" anchor="t">
            <a:spAutoFit/>
          </a:bodyPr>
          <a:lstStyle/>
          <a:p>
            <a:pPr>
              <a:lnSpc>
                <a:spcPts val="8250"/>
              </a:lnSpc>
            </a:pPr>
            <a:r>
              <a:rPr lang="en-US" sz="6500" dirty="0">
                <a:latin typeface="Arial" panose="020B0604020202020204" pitchFamily="34" charset="0"/>
                <a:cs typeface="Arial" panose="020B0604020202020204" pitchFamily="34" charset="0"/>
              </a:rPr>
              <a:t>Kết quả đạt được</a:t>
            </a:r>
          </a:p>
        </p:txBody>
      </p:sp>
      <p:sp>
        <p:nvSpPr>
          <p:cNvPr id="15" name="AutoShape 16"/>
          <p:cNvSpPr/>
          <p:nvPr/>
        </p:nvSpPr>
        <p:spPr>
          <a:xfrm rot="5400000" flipH="1">
            <a:off x="3977641" y="-1881891"/>
            <a:ext cx="45719" cy="6781801"/>
          </a:xfrm>
          <a:prstGeom prst="rect">
            <a:avLst/>
          </a:prstGeom>
          <a:solidFill>
            <a:srgbClr val="524C4C"/>
          </a:solidFill>
        </p:spPr>
      </p:sp>
      <p:sp>
        <p:nvSpPr>
          <p:cNvPr id="16" name="AutoShape 6"/>
          <p:cNvSpPr/>
          <p:nvPr/>
        </p:nvSpPr>
        <p:spPr>
          <a:xfrm>
            <a:off x="4572000" y="1920421"/>
            <a:ext cx="9144000" cy="1235617"/>
          </a:xfrm>
          <a:prstGeom prst="rect">
            <a:avLst/>
          </a:prstGeom>
          <a:solidFill>
            <a:srgbClr val="C0E1E1"/>
          </a:solidFill>
        </p:spPr>
        <p:txBody>
          <a:bodyPr anchor="ctr"/>
          <a:lstStyle/>
          <a:p>
            <a:pPr algn="ctr">
              <a:lnSpc>
                <a:spcPts val="4499"/>
              </a:lnSpc>
            </a:pPr>
            <a:r>
              <a:rPr lang="en-US" sz="5000" b="1" spc="29" dirty="0" smtClean="0">
                <a:latin typeface="Times New Roman" panose="02020603050405020304" pitchFamily="18" charset="0"/>
                <a:cs typeface="Times New Roman" panose="02020603050405020304" pitchFamily="18" charset="0"/>
              </a:rPr>
              <a:t>Hướng phát triển</a:t>
            </a:r>
            <a:endParaRPr lang="en-US" sz="5000" b="1" spc="29" dirty="0">
              <a:latin typeface="Times New Roman" panose="02020603050405020304" pitchFamily="18" charset="0"/>
              <a:cs typeface="Times New Roman" panose="02020603050405020304" pitchFamily="18" charset="0"/>
            </a:endParaRPr>
          </a:p>
        </p:txBody>
      </p:sp>
      <p:grpSp>
        <p:nvGrpSpPr>
          <p:cNvPr id="20" name="Group 19"/>
          <p:cNvGrpSpPr/>
          <p:nvPr/>
        </p:nvGrpSpPr>
        <p:grpSpPr>
          <a:xfrm>
            <a:off x="11353800" y="8801100"/>
            <a:ext cx="7661853" cy="939652"/>
            <a:chOff x="11353800" y="8801100"/>
            <a:chExt cx="7661853" cy="939652"/>
          </a:xfrm>
        </p:grpSpPr>
        <p:sp>
          <p:nvSpPr>
            <p:cNvPr id="21" name="AutoShape 3"/>
            <p:cNvSpPr/>
            <p:nvPr/>
          </p:nvSpPr>
          <p:spPr>
            <a:xfrm>
              <a:off x="16459199" y="8801100"/>
              <a:ext cx="909709" cy="909708"/>
            </a:xfrm>
            <a:prstGeom prst="rect">
              <a:avLst/>
            </a:prstGeom>
            <a:solidFill>
              <a:srgbClr val="C0E1E1"/>
            </a:solidFill>
          </p:spPr>
          <p:txBody>
            <a:bodyPr anchor="ctr"/>
            <a:lstStyle/>
            <a:p>
              <a:pPr algn="ctr"/>
              <a:r>
                <a:rPr lang="en-US" sz="4000" dirty="0" smtClean="0">
                  <a:latin typeface="Times New Roman" panose="02020603050405020304" pitchFamily="18" charset="0"/>
                  <a:cs typeface="Times New Roman" panose="02020603050405020304" pitchFamily="18" charset="0"/>
                </a:rPr>
                <a:t>22</a:t>
              </a:r>
              <a:endParaRPr lang="en-US" sz="4000" dirty="0">
                <a:latin typeface="Times New Roman" panose="02020603050405020304" pitchFamily="18" charset="0"/>
                <a:cs typeface="Times New Roman" panose="02020603050405020304" pitchFamily="18" charset="0"/>
              </a:endParaRPr>
            </a:p>
          </p:txBody>
        </p:sp>
        <p:sp>
          <p:nvSpPr>
            <p:cNvPr id="22" name="TextBox 4"/>
            <p:cNvSpPr txBox="1"/>
            <p:nvPr/>
          </p:nvSpPr>
          <p:spPr>
            <a:xfrm>
              <a:off x="11353800" y="9304735"/>
              <a:ext cx="7661853" cy="436017"/>
            </a:xfrm>
            <a:prstGeom prst="rect">
              <a:avLst/>
            </a:prstGeom>
          </p:spPr>
          <p:txBody>
            <a:bodyPr lIns="0" tIns="0" rIns="0" bIns="0" rtlCol="0" anchor="t">
              <a:spAutoFit/>
            </a:bodyPr>
            <a:lstStyle/>
            <a:p>
              <a:pPr algn="ctr">
                <a:lnSpc>
                  <a:spcPts val="3360"/>
                </a:lnSpc>
              </a:pPr>
              <a:r>
                <a:rPr lang="en-US" sz="2400" spc="288" dirty="0">
                  <a:solidFill>
                    <a:srgbClr val="524C4C"/>
                  </a:solidFill>
                  <a:latin typeface="Lora"/>
                </a:rPr>
                <a:t>3</a:t>
              </a:r>
              <a:r>
                <a:rPr lang="en-US" sz="2400" spc="288" dirty="0" smtClean="0">
                  <a:solidFill>
                    <a:srgbClr val="524C4C"/>
                  </a:solidFill>
                  <a:latin typeface="Lora"/>
                </a:rPr>
                <a:t> | Kết luận</a:t>
              </a:r>
              <a:endParaRPr lang="en-US" sz="2400" spc="288" dirty="0">
                <a:solidFill>
                  <a:srgbClr val="524C4C"/>
                </a:solidFill>
                <a:latin typeface="Lora"/>
              </a:endParaRPr>
            </a:p>
          </p:txBody>
        </p:sp>
      </p:grpSp>
      <p:sp>
        <p:nvSpPr>
          <p:cNvPr id="13" name="TextBox 12"/>
          <p:cNvSpPr txBox="1"/>
          <p:nvPr/>
        </p:nvSpPr>
        <p:spPr>
          <a:xfrm>
            <a:off x="1631360" y="3968662"/>
            <a:ext cx="14030668" cy="2825389"/>
          </a:xfrm>
          <a:prstGeom prst="rect">
            <a:avLst/>
          </a:prstGeom>
        </p:spPr>
        <p:txBody>
          <a:bodyPr wrap="square" lIns="0" tIns="0" rIns="0" bIns="0" rtlCol="0" anchor="t">
            <a:spAutoFit/>
          </a:bodyPr>
          <a:lstStyle/>
          <a:p>
            <a:pPr marL="457200" lvl="0" indent="-457200" algn="just">
              <a:lnSpc>
                <a:spcPct val="120000"/>
              </a:lnSpc>
              <a:spcBef>
                <a:spcPts val="600"/>
              </a:spcBef>
              <a:spcAft>
                <a:spcPts val="600"/>
              </a:spcAft>
              <a:buFont typeface="Arial" panose="020B0604020202020204" pitchFamily="34" charset="0"/>
              <a:buChar char="•"/>
            </a:pPr>
            <a:r>
              <a:rPr lang="en-US" sz="3200" dirty="0" smtClean="0">
                <a:effectLst/>
                <a:latin typeface="Arial" panose="020B0604020202020204" pitchFamily="34" charset="0"/>
                <a:ea typeface="Calibri" panose="020F0502020204030204" pitchFamily="34" charset="0"/>
                <a:cs typeface="Arial" panose="020B0604020202020204" pitchFamily="34" charset="0"/>
              </a:rPr>
              <a:t>Khắc phục các hạn chế.</a:t>
            </a:r>
          </a:p>
          <a:p>
            <a:pPr marL="457200" lvl="0" indent="-457200" algn="just">
              <a:lnSpc>
                <a:spcPct val="120000"/>
              </a:lnSpc>
              <a:spcBef>
                <a:spcPts val="600"/>
              </a:spcBef>
              <a:spcAft>
                <a:spcPts val="600"/>
              </a:spcAft>
              <a:buFont typeface="Arial" panose="020B0604020202020204" pitchFamily="34" charset="0"/>
              <a:buChar char="•"/>
            </a:pPr>
            <a:r>
              <a:rPr lang="en-US" sz="3200" dirty="0" smtClean="0">
                <a:latin typeface="Arial" panose="020B0604020202020204" pitchFamily="34" charset="0"/>
                <a:cs typeface="Arial" panose="020B0604020202020204" pitchFamily="34" charset="0"/>
              </a:rPr>
              <a:t>Thanh toán </a:t>
            </a:r>
            <a:r>
              <a:rPr lang="en-US" sz="3200" dirty="0">
                <a:latin typeface="Arial" panose="020B0604020202020204" pitchFamily="34" charset="0"/>
                <a:cs typeface="Arial" panose="020B0604020202020204" pitchFamily="34" charset="0"/>
              </a:rPr>
              <a:t>trực tuyến thông qua mã tài khoản ngân </a:t>
            </a:r>
            <a:r>
              <a:rPr lang="en-US" sz="3200" dirty="0" smtClean="0">
                <a:latin typeface="Arial" panose="020B0604020202020204" pitchFamily="34" charset="0"/>
                <a:cs typeface="Arial" panose="020B0604020202020204" pitchFamily="34" charset="0"/>
              </a:rPr>
              <a:t>hàng.</a:t>
            </a:r>
          </a:p>
          <a:p>
            <a:pPr marL="457200" lvl="0" indent="-457200" algn="just">
              <a:lnSpc>
                <a:spcPct val="120000"/>
              </a:lnSpc>
              <a:spcBef>
                <a:spcPts val="600"/>
              </a:spcBef>
              <a:spcAft>
                <a:spcPts val="600"/>
              </a:spcAft>
              <a:buFont typeface="Arial" panose="020B0604020202020204" pitchFamily="34" charset="0"/>
              <a:buChar char="•"/>
            </a:pPr>
            <a:r>
              <a:rPr lang="en-US" sz="3200" dirty="0" smtClean="0">
                <a:latin typeface="Arial" panose="020B0604020202020204" pitchFamily="34" charset="0"/>
                <a:ea typeface="Calibri" panose="020F0502020204030204" pitchFamily="34" charset="0"/>
                <a:cs typeface="Arial" panose="020B0604020202020204" pitchFamily="34" charset="0"/>
              </a:rPr>
              <a:t>Thêm các chức năng về đặt vé máy bay, đặt phòng khách sạn.</a:t>
            </a:r>
          </a:p>
          <a:p>
            <a:pPr marL="457200" lvl="0" indent="-457200" algn="just">
              <a:lnSpc>
                <a:spcPct val="120000"/>
              </a:lnSpc>
              <a:spcBef>
                <a:spcPts val="600"/>
              </a:spcBef>
              <a:spcAft>
                <a:spcPts val="600"/>
              </a:spcAft>
              <a:buFont typeface="Arial" panose="020B0604020202020204" pitchFamily="34" charset="0"/>
              <a:buChar char="•"/>
            </a:pPr>
            <a:r>
              <a:rPr lang="en-US" sz="3200" dirty="0" smtClean="0">
                <a:effectLst/>
                <a:latin typeface="Arial" panose="020B0604020202020204" pitchFamily="34" charset="0"/>
                <a:ea typeface="Calibri" panose="020F0502020204030204" pitchFamily="34" charset="0"/>
                <a:cs typeface="Arial" panose="020B0604020202020204" pitchFamily="34" charset="0"/>
              </a:rPr>
              <a:t>Tích hợp AI vào công nghệ chat bot, thêm chức năng tìm kiếm giọng nói.</a:t>
            </a:r>
            <a:endParaRPr lang="en-US" sz="32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01167239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sp>
        <p:nvSpPr>
          <p:cNvPr id="3" name="TextBox 3"/>
          <p:cNvSpPr txBox="1"/>
          <p:nvPr/>
        </p:nvSpPr>
        <p:spPr>
          <a:xfrm>
            <a:off x="5683794" y="1060834"/>
            <a:ext cx="8420100" cy="1086441"/>
          </a:xfrm>
          <a:prstGeom prst="rect">
            <a:avLst/>
          </a:prstGeom>
        </p:spPr>
        <p:txBody>
          <a:bodyPr wrap="square" lIns="0" tIns="0" rIns="0" bIns="0" rtlCol="0" anchor="t">
            <a:spAutoFit/>
          </a:bodyPr>
          <a:lstStyle/>
          <a:p>
            <a:pPr algn="ctr">
              <a:lnSpc>
                <a:spcPts val="8250"/>
              </a:lnSpc>
            </a:pPr>
            <a:r>
              <a:rPr lang="en-US" sz="7500" b="1" dirty="0" smtClean="0">
                <a:latin typeface="Times New Roman" panose="02020603050405020304" pitchFamily="18" charset="0"/>
                <a:cs typeface="Times New Roman" panose="02020603050405020304" pitchFamily="18" charset="0"/>
              </a:rPr>
              <a:t>Bố cục trình bày</a:t>
            </a:r>
            <a:endParaRPr lang="en-US" sz="7500" b="1" dirty="0">
              <a:latin typeface="Times New Roman" panose="02020603050405020304" pitchFamily="18" charset="0"/>
              <a:cs typeface="Times New Roman" panose="02020603050405020304" pitchFamily="18" charset="0"/>
            </a:endParaRPr>
          </a:p>
        </p:txBody>
      </p:sp>
      <p:sp>
        <p:nvSpPr>
          <p:cNvPr id="5" name="AutoShape 5"/>
          <p:cNvSpPr/>
          <p:nvPr/>
        </p:nvSpPr>
        <p:spPr>
          <a:xfrm rot="-5400000">
            <a:off x="-425631" y="5889004"/>
            <a:ext cx="6688182" cy="45719"/>
          </a:xfrm>
          <a:prstGeom prst="rect">
            <a:avLst/>
          </a:prstGeom>
          <a:solidFill>
            <a:srgbClr val="524C4C"/>
          </a:solidFill>
        </p:spPr>
      </p:sp>
      <p:sp>
        <p:nvSpPr>
          <p:cNvPr id="18" name="TextBox 8"/>
          <p:cNvSpPr txBox="1"/>
          <p:nvPr/>
        </p:nvSpPr>
        <p:spPr>
          <a:xfrm>
            <a:off x="3429000" y="6040174"/>
            <a:ext cx="6019800" cy="595099"/>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Kết</a:t>
            </a:r>
            <a:r>
              <a:rPr lang="en-US" sz="5400" spc="29" dirty="0" smtClean="0">
                <a:solidFill>
                  <a:srgbClr val="524C4C"/>
                </a:solidFill>
                <a:latin typeface="Times New Roman" panose="02020603050405020304" pitchFamily="18" charset="0"/>
                <a:cs typeface="Times New Roman" panose="02020603050405020304" pitchFamily="18" charset="0"/>
              </a:rPr>
              <a:t> </a:t>
            </a:r>
            <a:r>
              <a:rPr lang="en-US" sz="5400" spc="29" dirty="0" smtClean="0">
                <a:latin typeface="Times New Roman" panose="02020603050405020304" pitchFamily="18" charset="0"/>
                <a:cs typeface="Times New Roman" panose="02020603050405020304" pitchFamily="18" charset="0"/>
              </a:rPr>
              <a:t>luận</a:t>
            </a:r>
            <a:endParaRPr lang="en-US" sz="5400" spc="29" dirty="0">
              <a:latin typeface="Times New Roman" panose="02020603050405020304" pitchFamily="18" charset="0"/>
              <a:cs typeface="Times New Roman" panose="02020603050405020304" pitchFamily="18" charset="0"/>
            </a:endParaRPr>
          </a:p>
        </p:txBody>
      </p:sp>
      <p:sp>
        <p:nvSpPr>
          <p:cNvPr id="19" name="TextBox 8"/>
          <p:cNvSpPr txBox="1"/>
          <p:nvPr/>
        </p:nvSpPr>
        <p:spPr>
          <a:xfrm>
            <a:off x="3429000" y="7629831"/>
            <a:ext cx="6019800" cy="613501"/>
          </a:xfrm>
          <a:prstGeom prst="rect">
            <a:avLst/>
          </a:prstGeom>
        </p:spPr>
        <p:txBody>
          <a:bodyPr wrap="square" lIns="0" tIns="0" rIns="0" bIns="0" rtlCol="0" anchor="t">
            <a:spAutoFit/>
          </a:bodyPr>
          <a:lstStyle/>
          <a:p>
            <a:pPr>
              <a:lnSpc>
                <a:spcPts val="4499"/>
              </a:lnSpc>
            </a:pPr>
            <a:r>
              <a:rPr lang="en-US" sz="5400" b="1" spc="29" dirty="0" smtClean="0">
                <a:latin typeface="Times New Roman" panose="02020603050405020304" pitchFamily="18" charset="0"/>
                <a:cs typeface="Times New Roman" panose="02020603050405020304" pitchFamily="18" charset="0"/>
              </a:rPr>
              <a:t>Demo</a:t>
            </a:r>
            <a:endParaRPr lang="en-US" sz="5400" b="1" spc="29" dirty="0">
              <a:latin typeface="Times New Roman" panose="02020603050405020304" pitchFamily="18" charset="0"/>
              <a:cs typeface="Times New Roman" panose="02020603050405020304" pitchFamily="18" charset="0"/>
            </a:endParaRPr>
          </a:p>
        </p:txBody>
      </p:sp>
      <p:sp>
        <p:nvSpPr>
          <p:cNvPr id="10" name="AutoShape 3"/>
          <p:cNvSpPr/>
          <p:nvPr/>
        </p:nvSpPr>
        <p:spPr>
          <a:xfrm>
            <a:off x="16459199" y="8801100"/>
            <a:ext cx="909709" cy="909708"/>
          </a:xfrm>
          <a:prstGeom prst="rect">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23</a:t>
            </a:r>
            <a:endParaRPr lang="en-US" sz="4000" dirty="0">
              <a:latin typeface="Times New Roman" panose="02020603050405020304" pitchFamily="18" charset="0"/>
              <a:cs typeface="Times New Roman" panose="02020603050405020304" pitchFamily="18" charset="0"/>
            </a:endParaRPr>
          </a:p>
        </p:txBody>
      </p:sp>
      <p:sp>
        <p:nvSpPr>
          <p:cNvPr id="11" name="TextBox 8"/>
          <p:cNvSpPr txBox="1"/>
          <p:nvPr/>
        </p:nvSpPr>
        <p:spPr>
          <a:xfrm>
            <a:off x="3429000" y="2933700"/>
            <a:ext cx="48006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Giới thiệu</a:t>
            </a:r>
            <a:endParaRPr lang="en-US" sz="5400" spc="29" dirty="0">
              <a:latin typeface="Times New Roman" panose="02020603050405020304" pitchFamily="18" charset="0"/>
              <a:cs typeface="Times New Roman" panose="02020603050405020304" pitchFamily="18" charset="0"/>
            </a:endParaRPr>
          </a:p>
        </p:txBody>
      </p:sp>
      <p:sp>
        <p:nvSpPr>
          <p:cNvPr id="12" name="TextBox 8"/>
          <p:cNvSpPr txBox="1"/>
          <p:nvPr/>
        </p:nvSpPr>
        <p:spPr>
          <a:xfrm>
            <a:off x="3429000" y="4486937"/>
            <a:ext cx="4800600" cy="613501"/>
          </a:xfrm>
          <a:prstGeom prst="rect">
            <a:avLst/>
          </a:prstGeom>
        </p:spPr>
        <p:txBody>
          <a:bodyPr wrap="square" lIns="0" tIns="0" rIns="0" bIns="0" rtlCol="0" anchor="t">
            <a:spAutoFit/>
          </a:bodyPr>
          <a:lstStyle/>
          <a:p>
            <a:pPr>
              <a:lnSpc>
                <a:spcPts val="4499"/>
              </a:lnSpc>
            </a:pPr>
            <a:r>
              <a:rPr lang="en-US" sz="5400" spc="29" dirty="0" smtClean="0">
                <a:latin typeface="Times New Roman" panose="02020603050405020304" pitchFamily="18" charset="0"/>
                <a:cs typeface="Times New Roman" panose="02020603050405020304" pitchFamily="18" charset="0"/>
              </a:rPr>
              <a:t>Nội dung</a:t>
            </a:r>
            <a:endParaRPr lang="en-US" sz="5400" spc="29" dirty="0">
              <a:latin typeface="Times New Roman" panose="02020603050405020304" pitchFamily="18" charset="0"/>
              <a:cs typeface="Times New Roman" panose="02020603050405020304" pitchFamily="18" charset="0"/>
            </a:endParaRPr>
          </a:p>
        </p:txBody>
      </p:sp>
      <p:sp>
        <p:nvSpPr>
          <p:cNvPr id="13" name="AutoShape 3"/>
          <p:cNvSpPr/>
          <p:nvPr/>
        </p:nvSpPr>
        <p:spPr>
          <a:xfrm>
            <a:off x="1742051" y="2767386"/>
            <a:ext cx="909709" cy="909708"/>
          </a:xfrm>
          <a:prstGeom prst="hexagon">
            <a:avLst/>
          </a:prstGeom>
          <a:solidFill>
            <a:schemeClr val="bg1"/>
          </a:solidFill>
        </p:spPr>
        <p:txBody>
          <a:bodyPr anchor="ctr"/>
          <a:lstStyle/>
          <a:p>
            <a:pPr algn="ctr">
              <a:spcBef>
                <a:spcPts val="600"/>
              </a:spcBef>
              <a:spcAft>
                <a:spcPts val="600"/>
              </a:spcAft>
            </a:pPr>
            <a:r>
              <a:rPr lang="en-US" sz="4000" dirty="0">
                <a:latin typeface="Times New Roman" panose="02020603050405020304" pitchFamily="18" charset="0"/>
                <a:cs typeface="Times New Roman" panose="02020603050405020304" pitchFamily="18" charset="0"/>
              </a:rPr>
              <a:t>1</a:t>
            </a:r>
          </a:p>
        </p:txBody>
      </p:sp>
      <p:sp>
        <p:nvSpPr>
          <p:cNvPr id="20" name="AutoShape 3"/>
          <p:cNvSpPr/>
          <p:nvPr/>
        </p:nvSpPr>
        <p:spPr>
          <a:xfrm>
            <a:off x="1742050" y="4320623"/>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2</a:t>
            </a:r>
            <a:endParaRPr lang="en-US" sz="4000" dirty="0">
              <a:latin typeface="Times New Roman" panose="02020603050405020304" pitchFamily="18" charset="0"/>
              <a:cs typeface="Times New Roman" panose="02020603050405020304" pitchFamily="18" charset="0"/>
            </a:endParaRPr>
          </a:p>
        </p:txBody>
      </p:sp>
      <p:sp>
        <p:nvSpPr>
          <p:cNvPr id="21" name="AutoShape 3"/>
          <p:cNvSpPr/>
          <p:nvPr/>
        </p:nvSpPr>
        <p:spPr>
          <a:xfrm>
            <a:off x="1742049" y="5873860"/>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3</a:t>
            </a:r>
            <a:endParaRPr lang="en-US" sz="4000" dirty="0">
              <a:latin typeface="Times New Roman" panose="02020603050405020304" pitchFamily="18" charset="0"/>
              <a:cs typeface="Times New Roman" panose="02020603050405020304" pitchFamily="18" charset="0"/>
            </a:endParaRPr>
          </a:p>
        </p:txBody>
      </p:sp>
      <p:sp>
        <p:nvSpPr>
          <p:cNvPr id="22" name="AutoShape 3"/>
          <p:cNvSpPr/>
          <p:nvPr/>
        </p:nvSpPr>
        <p:spPr>
          <a:xfrm>
            <a:off x="1742048" y="7427097"/>
            <a:ext cx="909709" cy="909708"/>
          </a:xfrm>
          <a:prstGeom prst="hexagon">
            <a:avLst/>
          </a:prstGeom>
          <a:solidFill>
            <a:schemeClr val="bg1"/>
          </a:solidFill>
        </p:spPr>
        <p:txBody>
          <a:bodyPr anchor="ctr"/>
          <a:lstStyle/>
          <a:p>
            <a:pPr algn="ctr">
              <a:spcBef>
                <a:spcPts val="600"/>
              </a:spcBef>
              <a:spcAft>
                <a:spcPts val="600"/>
              </a:spcAft>
            </a:pPr>
            <a:r>
              <a:rPr lang="en-US" sz="4000" dirty="0" smtClean="0">
                <a:latin typeface="Times New Roman" panose="02020603050405020304" pitchFamily="18" charset="0"/>
                <a:cs typeface="Times New Roman" panose="02020603050405020304" pitchFamily="18" charset="0"/>
              </a:rPr>
              <a:t>4</a:t>
            </a:r>
            <a:endParaRPr lang="en-US" sz="4000" dirty="0">
              <a:latin typeface="Times New Roman" panose="02020603050405020304" pitchFamily="18" charset="0"/>
              <a:cs typeface="Times New Roman" panose="02020603050405020304" pitchFamily="18" charset="0"/>
            </a:endParaRPr>
          </a:p>
        </p:txBody>
      </p:sp>
      <p:sp>
        <p:nvSpPr>
          <p:cNvPr id="14" name="AutoShape 5"/>
          <p:cNvSpPr/>
          <p:nvPr/>
        </p:nvSpPr>
        <p:spPr>
          <a:xfrm>
            <a:off x="3352800" y="8197613"/>
            <a:ext cx="1905000" cy="45719"/>
          </a:xfrm>
          <a:prstGeom prst="rect">
            <a:avLst/>
          </a:prstGeom>
          <a:solidFill>
            <a:srgbClr val="524C4C"/>
          </a:solidFill>
        </p:spPr>
      </p:sp>
    </p:spTree>
    <p:extLst>
      <p:ext uri="{BB962C8B-B14F-4D97-AF65-F5344CB8AC3E}">
        <p14:creationId xmlns:p14="http://schemas.microsoft.com/office/powerpoint/2010/main" val="298819006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C0E1E1"/>
        </a:solidFill>
        <a:effectLst/>
      </p:bgPr>
    </p:bg>
    <p:spTree>
      <p:nvGrpSpPr>
        <p:cNvPr id="1" name=""/>
        <p:cNvGrpSpPr/>
        <p:nvPr/>
      </p:nvGrpSpPr>
      <p:grpSpPr>
        <a:xfrm>
          <a:off x="0" y="0"/>
          <a:ext cx="0" cy="0"/>
          <a:chOff x="0" y="0"/>
          <a:chExt cx="0" cy="0"/>
        </a:xfrm>
      </p:grpSpPr>
      <p:sp>
        <p:nvSpPr>
          <p:cNvPr id="2" name="AutoShape 2"/>
          <p:cNvSpPr/>
          <p:nvPr/>
        </p:nvSpPr>
        <p:spPr>
          <a:xfrm>
            <a:off x="1240055" y="1593171"/>
            <a:ext cx="1242529" cy="1100833"/>
          </a:xfrm>
          <a:prstGeom prst="rect">
            <a:avLst/>
          </a:prstGeom>
          <a:solidFill>
            <a:srgbClr val="FAF8F8"/>
          </a:solidFill>
        </p:spPr>
      </p:sp>
      <p:sp>
        <p:nvSpPr>
          <p:cNvPr id="3" name="AutoShape 3"/>
          <p:cNvSpPr/>
          <p:nvPr/>
        </p:nvSpPr>
        <p:spPr>
          <a:xfrm>
            <a:off x="1843884" y="1028700"/>
            <a:ext cx="34871" cy="8229600"/>
          </a:xfrm>
          <a:prstGeom prst="rect">
            <a:avLst/>
          </a:prstGeom>
          <a:solidFill>
            <a:srgbClr val="524C4C"/>
          </a:solidFill>
        </p:spPr>
      </p:sp>
      <p:grpSp>
        <p:nvGrpSpPr>
          <p:cNvPr id="4" name="Group 4"/>
          <p:cNvGrpSpPr/>
          <p:nvPr/>
        </p:nvGrpSpPr>
        <p:grpSpPr>
          <a:xfrm>
            <a:off x="2743200" y="2420492"/>
            <a:ext cx="12814299" cy="5826822"/>
            <a:chOff x="-2133600" y="-104244"/>
            <a:chExt cx="17085732" cy="4594352"/>
          </a:xfrm>
        </p:grpSpPr>
        <p:sp>
          <p:nvSpPr>
            <p:cNvPr id="5" name="AutoShape 5"/>
            <p:cNvSpPr/>
            <p:nvPr/>
          </p:nvSpPr>
          <p:spPr>
            <a:xfrm>
              <a:off x="-2133600" y="-104244"/>
              <a:ext cx="17085732" cy="2868035"/>
            </a:xfrm>
            <a:prstGeom prst="rect">
              <a:avLst/>
            </a:prstGeom>
            <a:solidFill>
              <a:srgbClr val="FAF8F8"/>
            </a:solidFill>
          </p:spPr>
        </p:sp>
        <p:sp>
          <p:nvSpPr>
            <p:cNvPr id="6" name="TextBox 6"/>
            <p:cNvSpPr txBox="1"/>
            <p:nvPr/>
          </p:nvSpPr>
          <p:spPr>
            <a:xfrm>
              <a:off x="-1511737" y="471372"/>
              <a:ext cx="16154400" cy="1678514"/>
            </a:xfrm>
            <a:prstGeom prst="rect">
              <a:avLst/>
            </a:prstGeom>
          </p:spPr>
          <p:txBody>
            <a:bodyPr wrap="square" lIns="0" tIns="0" rIns="0" bIns="0" rtlCol="0" anchor="t">
              <a:spAutoFit/>
            </a:bodyPr>
            <a:lstStyle/>
            <a:p>
              <a:pPr algn="ctr">
                <a:lnSpc>
                  <a:spcPts val="8250"/>
                </a:lnSpc>
              </a:pPr>
              <a:r>
                <a:rPr lang="en-US" sz="7500" dirty="0" smtClean="0">
                  <a:solidFill>
                    <a:srgbClr val="524C4C"/>
                  </a:solidFill>
                  <a:latin typeface="Arial" panose="020B0604020202020204" pitchFamily="34" charset="0"/>
                  <a:cs typeface="Arial" panose="020B0604020202020204" pitchFamily="34" charset="0"/>
                </a:rPr>
                <a:t>Xin cảm ơn quý Thầy Cô và các bạn đã lắng nghe!</a:t>
              </a:r>
              <a:endParaRPr lang="en-US" sz="7500" dirty="0">
                <a:solidFill>
                  <a:srgbClr val="524C4C"/>
                </a:solidFill>
                <a:latin typeface="Arial" panose="020B0604020202020204" pitchFamily="34" charset="0"/>
                <a:cs typeface="Arial" panose="020B0604020202020204" pitchFamily="34" charset="0"/>
              </a:endParaRPr>
            </a:p>
          </p:txBody>
        </p:sp>
        <p:sp>
          <p:nvSpPr>
            <p:cNvPr id="7" name="TextBox 7"/>
            <p:cNvSpPr txBox="1"/>
            <p:nvPr/>
          </p:nvSpPr>
          <p:spPr>
            <a:xfrm>
              <a:off x="-1664137" y="3369108"/>
              <a:ext cx="16459200" cy="1010850"/>
            </a:xfrm>
            <a:prstGeom prst="rect">
              <a:avLst/>
            </a:prstGeom>
          </p:spPr>
          <p:txBody>
            <a:bodyPr wrap="square" lIns="0" tIns="0" rIns="0" bIns="0" rtlCol="0" anchor="t">
              <a:spAutoFit/>
            </a:bodyPr>
            <a:lstStyle/>
            <a:p>
              <a:pPr algn="ctr">
                <a:lnSpc>
                  <a:spcPct val="120000"/>
                </a:lnSpc>
              </a:pPr>
              <a:r>
                <a:rPr lang="en-US" altLang="en-US" sz="3600" dirty="0">
                  <a:solidFill>
                    <a:schemeClr val="tx1">
                      <a:lumMod val="75000"/>
                      <a:lumOff val="25000"/>
                    </a:schemeClr>
                  </a:solidFill>
                  <a:latin typeface="Arial" panose="020B0604020202020204" pitchFamily="34" charset="0"/>
                  <a:cs typeface="Arial" panose="020B0604020202020204" pitchFamily="34" charset="0"/>
                </a:rPr>
                <a:t>Đề tài: </a:t>
              </a:r>
              <a:r>
                <a:rPr lang="en-US" sz="3600" b="1" spc="-36" dirty="0">
                  <a:solidFill>
                    <a:schemeClr val="tx1">
                      <a:lumMod val="75000"/>
                      <a:lumOff val="25000"/>
                    </a:schemeClr>
                  </a:solidFill>
                  <a:latin typeface="Arial" panose="020B0604020202020204" pitchFamily="34" charset="0"/>
                  <a:cs typeface="Arial" panose="020B0604020202020204" pitchFamily="34" charset="0"/>
                </a:rPr>
                <a:t>Phát triển ứng dụng quản lý Tour du lịch</a:t>
              </a:r>
            </a:p>
            <a:p>
              <a:pPr algn="ctr">
                <a:lnSpc>
                  <a:spcPct val="120000"/>
                </a:lnSpc>
              </a:pPr>
              <a:r>
                <a:rPr lang="en-US" sz="3600" b="1" spc="-36" dirty="0">
                  <a:solidFill>
                    <a:schemeClr val="tx1">
                      <a:lumMod val="75000"/>
                      <a:lumOff val="25000"/>
                    </a:schemeClr>
                  </a:solidFill>
                  <a:latin typeface="Arial" panose="020B0604020202020204" pitchFamily="34" charset="0"/>
                  <a:cs typeface="Arial" panose="020B0604020202020204" pitchFamily="34" charset="0"/>
                </a:rPr>
                <a:t>với React Native</a:t>
              </a:r>
            </a:p>
          </p:txBody>
        </p:sp>
        <p:sp>
          <p:nvSpPr>
            <p:cNvPr id="8" name="AutoShape 8"/>
            <p:cNvSpPr/>
            <p:nvPr/>
          </p:nvSpPr>
          <p:spPr>
            <a:xfrm>
              <a:off x="1828799" y="4439308"/>
              <a:ext cx="9473327" cy="50800"/>
            </a:xfrm>
            <a:prstGeom prst="rect">
              <a:avLst/>
            </a:prstGeom>
            <a:solidFill>
              <a:srgbClr val="524C4C"/>
            </a:solidFill>
          </p:spPr>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523</TotalTime>
  <Words>1656</Words>
  <Application>Microsoft Office PowerPoint</Application>
  <PresentationFormat>Custom</PresentationFormat>
  <Paragraphs>242</Paragraphs>
  <Slides>24</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Lora</vt:lpstr>
      <vt:lpstr>Calibri</vt:lpstr>
      <vt:lpstr>Times New Roman</vt:lpstr>
      <vt:lpstr>Lora Italics</vt:lpstr>
      <vt:lpstr>Arial</vt:lpstr>
      <vt:lpstr>Inria Sans Light</vt:lpstr>
      <vt:lpstr>Inria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Asus</cp:lastModifiedBy>
  <cp:revision>79</cp:revision>
  <dcterms:created xsi:type="dcterms:W3CDTF">2006-08-16T00:00:00Z</dcterms:created>
  <dcterms:modified xsi:type="dcterms:W3CDTF">2022-12-12T12:28:45Z</dcterms:modified>
  <dc:identifier>DAFUVqYLOQI</dc:identifier>
</cp:coreProperties>
</file>